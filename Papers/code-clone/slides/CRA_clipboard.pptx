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2" r:id="rId4"/>
    <p:sldId id="261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4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80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1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4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3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6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6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0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0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5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2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A57-9006-4EFE-950D-ED68FC333297}" type="datetimeFigureOut">
              <a:rPr lang="en-US" smtClean="0"/>
              <a:t>7/29/2012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32F42-5A18-4746-A2DE-C61BA97C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980728"/>
            <a:ext cx="4248472" cy="41044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971600" y="5085184"/>
            <a:ext cx="475252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971600" y="548680"/>
            <a:ext cx="0" cy="453650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92080" y="508518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3568" y="62068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8742" y="2564904"/>
            <a:ext cx="449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N</a:t>
            </a:r>
            <a:endParaRPr lang="en-US" sz="3200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971600" y="5085184"/>
            <a:ext cx="0" cy="3693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1691680" y="5085184"/>
            <a:ext cx="0" cy="3693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539552" y="4437112"/>
            <a:ext cx="4320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539552" y="5085184"/>
            <a:ext cx="4320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71600" y="5085184"/>
                <a:ext cx="748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085184"/>
                <a:ext cx="748154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 rot="5400000">
                <a:off x="323528" y="4581128"/>
                <a:ext cx="642355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</a:t>
                </a:r>
                <a:r>
                  <a:rPr lang="en-US" dirty="0" smtClean="0"/>
                  <a:t>og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23528" y="4581128"/>
                <a:ext cx="64235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9697" t="-5455" r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/>
          <p:cNvCxnSpPr/>
          <p:nvPr/>
        </p:nvCxnSpPr>
        <p:spPr>
          <a:xfrm>
            <a:off x="755576" y="5269850"/>
            <a:ext cx="21602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1691680" y="5269850"/>
            <a:ext cx="21602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755576" y="4905164"/>
            <a:ext cx="0" cy="1800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755576" y="4437112"/>
            <a:ext cx="0" cy="18466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971600" y="4437112"/>
            <a:ext cx="720080" cy="648072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1008480" y="4077072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block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4572000" y="611396"/>
            <a:ext cx="60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strip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169168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41176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572000" y="980728"/>
            <a:ext cx="0" cy="4104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871354" y="5723964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 =</a:t>
            </a:r>
            <a:endParaRPr lang="en-US" dirty="0"/>
          </a:p>
        </p:txBody>
      </p:sp>
      <p:sp>
        <p:nvSpPr>
          <p:cNvPr id="77" name="Oval 76"/>
          <p:cNvSpPr/>
          <p:nvPr/>
        </p:nvSpPr>
        <p:spPr>
          <a:xfrm>
            <a:off x="2411760" y="586798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971600" y="6228020"/>
            <a:ext cx="164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block reduction</a:t>
            </a:r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971600" y="1628800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5148064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5076056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004048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93204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4860032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4788024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4716016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4644008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457200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5148064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076056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5004048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493204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4860032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4788024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4716016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4644008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457200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5148064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5076056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5004048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4932040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860032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4788024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4716016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4644008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4572000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5148064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5076056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5004048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4932040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4860032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4788024" y="1628800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4716016" y="1628800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4644008" y="1628800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572000" y="1628800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>
            <a:off x="6084168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>
            <a:off x="601216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5940152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5868144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>
            <a:off x="5796136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5724128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565212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5580112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>
            <a:off x="5508104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300192" y="1124744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 = </a:t>
            </a:r>
            <a:endParaRPr lang="en-US" dirty="0"/>
          </a:p>
        </p:txBody>
      </p:sp>
      <p:sp>
        <p:nvSpPr>
          <p:cNvPr id="162" name="Oval 161"/>
          <p:cNvSpPr/>
          <p:nvPr/>
        </p:nvSpPr>
        <p:spPr>
          <a:xfrm>
            <a:off x="68042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69566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71090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72614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74138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75662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77186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78710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80234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/>
          <p:cNvSpPr txBox="1"/>
          <p:nvPr/>
        </p:nvSpPr>
        <p:spPr>
          <a:xfrm>
            <a:off x="6248277" y="1691516"/>
            <a:ext cx="156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trip reduction</a:t>
            </a:r>
            <a:endParaRPr lang="en-US" dirty="0"/>
          </a:p>
        </p:txBody>
      </p:sp>
      <p:sp>
        <p:nvSpPr>
          <p:cNvPr id="172" name="Right Brace 171"/>
          <p:cNvSpPr/>
          <p:nvPr/>
        </p:nvSpPr>
        <p:spPr>
          <a:xfrm>
            <a:off x="6156176" y="980728"/>
            <a:ext cx="144016" cy="6480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ight Brace 172"/>
          <p:cNvSpPr/>
          <p:nvPr/>
        </p:nvSpPr>
        <p:spPr>
          <a:xfrm>
            <a:off x="1763688" y="5589240"/>
            <a:ext cx="144016" cy="6480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/>
          <p:cNvCxnSpPr/>
          <p:nvPr/>
        </p:nvCxnSpPr>
        <p:spPr>
          <a:xfrm>
            <a:off x="601216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>
            <a:off x="5940152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>
          <a:xfrm>
            <a:off x="5868144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>
            <a:off x="5796136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>
            <a:off x="5724128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>
            <a:off x="565212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>
            <a:off x="5580112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>
            <a:off x="5508104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>
            <a:off x="5436096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6228184" y="458112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 = </a:t>
            </a:r>
            <a:endParaRPr lang="en-US" dirty="0"/>
          </a:p>
        </p:txBody>
      </p:sp>
      <p:sp>
        <p:nvSpPr>
          <p:cNvPr id="184" name="Oval 183"/>
          <p:cNvSpPr/>
          <p:nvPr/>
        </p:nvSpPr>
        <p:spPr>
          <a:xfrm>
            <a:off x="67322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/>
          <p:cNvSpPr/>
          <p:nvPr/>
        </p:nvSpPr>
        <p:spPr>
          <a:xfrm>
            <a:off x="68846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/>
          <p:cNvSpPr/>
          <p:nvPr/>
        </p:nvSpPr>
        <p:spPr>
          <a:xfrm>
            <a:off x="70370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71894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/>
          <p:cNvSpPr/>
          <p:nvPr/>
        </p:nvSpPr>
        <p:spPr>
          <a:xfrm>
            <a:off x="73418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74942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76466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/>
          <p:cNvSpPr/>
          <p:nvPr/>
        </p:nvSpPr>
        <p:spPr>
          <a:xfrm>
            <a:off x="77990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79514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TextBox 192"/>
          <p:cNvSpPr txBox="1"/>
          <p:nvPr/>
        </p:nvSpPr>
        <p:spPr>
          <a:xfrm>
            <a:off x="6176269" y="5147900"/>
            <a:ext cx="156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trip reduction</a:t>
            </a:r>
            <a:endParaRPr lang="en-US" dirty="0"/>
          </a:p>
        </p:txBody>
      </p:sp>
      <p:sp>
        <p:nvSpPr>
          <p:cNvPr id="194" name="Right Brace 193"/>
          <p:cNvSpPr/>
          <p:nvPr/>
        </p:nvSpPr>
        <p:spPr>
          <a:xfrm>
            <a:off x="6084168" y="4437112"/>
            <a:ext cx="144016" cy="6480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/>
          <p:cNvCxnSpPr/>
          <p:nvPr/>
        </p:nvCxnSpPr>
        <p:spPr>
          <a:xfrm>
            <a:off x="6017096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>
            <a:off x="5945088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5873080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>
            <a:off x="5801072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>
            <a:off x="5729064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>
            <a:off x="5657056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>
            <a:off x="5585048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>
            <a:off x="5513040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>
            <a:off x="5441032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6233120" y="386104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 = </a:t>
            </a:r>
            <a:endParaRPr lang="en-US" dirty="0"/>
          </a:p>
        </p:txBody>
      </p:sp>
      <p:sp>
        <p:nvSpPr>
          <p:cNvPr id="205" name="Oval 204"/>
          <p:cNvSpPr/>
          <p:nvPr/>
        </p:nvSpPr>
        <p:spPr>
          <a:xfrm>
            <a:off x="67371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/>
          <p:cNvSpPr/>
          <p:nvPr/>
        </p:nvSpPr>
        <p:spPr>
          <a:xfrm>
            <a:off x="68895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/>
          <p:cNvSpPr/>
          <p:nvPr/>
        </p:nvSpPr>
        <p:spPr>
          <a:xfrm>
            <a:off x="70419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/>
          <p:cNvSpPr/>
          <p:nvPr/>
        </p:nvSpPr>
        <p:spPr>
          <a:xfrm>
            <a:off x="71943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/>
          <p:cNvSpPr/>
          <p:nvPr/>
        </p:nvSpPr>
        <p:spPr>
          <a:xfrm>
            <a:off x="73467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/>
          <p:cNvSpPr/>
          <p:nvPr/>
        </p:nvSpPr>
        <p:spPr>
          <a:xfrm>
            <a:off x="74991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/>
          <p:cNvSpPr/>
          <p:nvPr/>
        </p:nvSpPr>
        <p:spPr>
          <a:xfrm>
            <a:off x="76515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/>
          <p:cNvSpPr/>
          <p:nvPr/>
        </p:nvSpPr>
        <p:spPr>
          <a:xfrm>
            <a:off x="78039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/>
          <p:cNvSpPr/>
          <p:nvPr/>
        </p:nvSpPr>
        <p:spPr>
          <a:xfrm>
            <a:off x="79563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ight Brace 213"/>
          <p:cNvSpPr/>
          <p:nvPr/>
        </p:nvSpPr>
        <p:spPr>
          <a:xfrm>
            <a:off x="6089104" y="3717032"/>
            <a:ext cx="144016" cy="6480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/>
          <p:cNvSpPr/>
          <p:nvPr/>
        </p:nvSpPr>
        <p:spPr>
          <a:xfrm>
            <a:off x="4278251" y="5517232"/>
            <a:ext cx="725797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8" name="Straight Connector 217"/>
          <p:cNvCxnSpPr/>
          <p:nvPr/>
        </p:nvCxnSpPr>
        <p:spPr>
          <a:xfrm>
            <a:off x="4427984" y="55172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>
            <a:off x="4580384" y="55172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>
            <a:off x="4860032" y="55172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/>
          <p:nvPr/>
        </p:nvCxnSpPr>
        <p:spPr>
          <a:xfrm>
            <a:off x="4278251" y="6021288"/>
            <a:ext cx="7257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4283968" y="5877272"/>
            <a:ext cx="7257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4283968" y="5661248"/>
            <a:ext cx="7257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/>
              <p:cNvSpPr txBox="1"/>
              <p:nvPr/>
            </p:nvSpPr>
            <p:spPr>
              <a:xfrm>
                <a:off x="4261611" y="5157192"/>
                <a:ext cx="748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611" y="5157192"/>
                <a:ext cx="748154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/>
              <p:cNvSpPr txBox="1"/>
              <p:nvPr/>
            </p:nvSpPr>
            <p:spPr>
              <a:xfrm rot="16200000">
                <a:off x="4867537" y="5651956"/>
                <a:ext cx="642355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</a:t>
                </a:r>
                <a:r>
                  <a:rPr lang="en-US" dirty="0" smtClean="0"/>
                  <a:t>og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6" name="TextBox 2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67537" y="5651956"/>
                <a:ext cx="6423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030" r="-19697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/>
              <p:cNvSpPr txBox="1"/>
              <p:nvPr/>
            </p:nvSpPr>
            <p:spPr>
              <a:xfrm>
                <a:off x="4067944" y="6165304"/>
                <a:ext cx="674608" cy="315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/>
                            </a:rPr>
                            <m:t>𝑙𝑜𝑔𝑁</m:t>
                          </m:r>
                        </m:e>
                      </m:ra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7" name="TextBox 2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6165304"/>
                <a:ext cx="674608" cy="315984"/>
              </a:xfrm>
              <a:prstGeom prst="rect">
                <a:avLst/>
              </a:prstGeom>
              <a:blipFill rotWithShape="1">
                <a:blip r:embed="rId6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/>
              <p:cNvSpPr txBox="1"/>
              <p:nvPr/>
            </p:nvSpPr>
            <p:spPr>
              <a:xfrm rot="5400000">
                <a:off x="3681368" y="5921328"/>
                <a:ext cx="674608" cy="315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/>
                            </a:rPr>
                            <m:t>𝑙𝑜𝑔𝑁</m:t>
                          </m:r>
                        </m:e>
                      </m:ra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8" name="TextBox 2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681368" y="5921328"/>
                <a:ext cx="674608" cy="315984"/>
              </a:xfrm>
              <a:prstGeom prst="rect">
                <a:avLst/>
              </a:prstGeom>
              <a:blipFill rotWithShape="1">
                <a:blip r:embed="rId7"/>
                <a:stretch>
                  <a:fillRect l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/>
          <p:cNvSpPr/>
          <p:nvPr/>
        </p:nvSpPr>
        <p:spPr>
          <a:xfrm>
            <a:off x="971600" y="5589240"/>
            <a:ext cx="720080" cy="648072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59500" y="6372036"/>
            <a:ext cx="238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level data reduction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79712" y="611396"/>
            <a:ext cx="233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level data reduction</a:t>
            </a:r>
            <a:endParaRPr lang="en-US" dirty="0"/>
          </a:p>
        </p:txBody>
      </p:sp>
      <p:cxnSp>
        <p:nvCxnSpPr>
          <p:cNvPr id="158" name="Straight Connector 157"/>
          <p:cNvCxnSpPr/>
          <p:nvPr/>
        </p:nvCxnSpPr>
        <p:spPr>
          <a:xfrm flipV="1">
            <a:off x="1691680" y="1628800"/>
            <a:ext cx="0" cy="281760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flipV="1">
            <a:off x="241176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2411760" y="1628800"/>
            <a:ext cx="0" cy="280831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>
            <a:off x="4499992" y="1628800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>
            <a:off x="1691680" y="1628800"/>
            <a:ext cx="288032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>
            <a:off x="971600" y="4437112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4499992" y="4437112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>
            <a:off x="1691680" y="4437112"/>
            <a:ext cx="288032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/>
          <p:nvPr/>
        </p:nvCxnSpPr>
        <p:spPr>
          <a:xfrm>
            <a:off x="971600" y="3789040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/>
          <p:cNvCxnSpPr/>
          <p:nvPr/>
        </p:nvCxnSpPr>
        <p:spPr>
          <a:xfrm>
            <a:off x="4499992" y="3789040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>
            <a:off x="1691680" y="3789040"/>
            <a:ext cx="288032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04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980728"/>
            <a:ext cx="4248472" cy="41044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971600" y="5085184"/>
            <a:ext cx="475252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971600" y="548680"/>
            <a:ext cx="0" cy="453650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92080" y="508518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3568" y="62068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8742" y="2564904"/>
            <a:ext cx="449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N</a:t>
            </a:r>
            <a:endParaRPr lang="en-US" sz="3200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971600" y="5085184"/>
            <a:ext cx="0" cy="3693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1691680" y="5085184"/>
            <a:ext cx="0" cy="3693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539552" y="4437112"/>
            <a:ext cx="4320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539552" y="5085184"/>
            <a:ext cx="4320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71600" y="5085184"/>
                <a:ext cx="748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085184"/>
                <a:ext cx="748154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 rot="5400000">
                <a:off x="323528" y="4581128"/>
                <a:ext cx="642355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</a:t>
                </a:r>
                <a:r>
                  <a:rPr lang="en-US" dirty="0" smtClean="0"/>
                  <a:t>og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23528" y="4581128"/>
                <a:ext cx="64235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9697" t="-5455" r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/>
          <p:cNvCxnSpPr/>
          <p:nvPr/>
        </p:nvCxnSpPr>
        <p:spPr>
          <a:xfrm>
            <a:off x="755576" y="5269850"/>
            <a:ext cx="21602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1691680" y="5269850"/>
            <a:ext cx="21602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755576" y="4905164"/>
            <a:ext cx="0" cy="1800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755576" y="4437112"/>
            <a:ext cx="0" cy="18466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971600" y="4437112"/>
            <a:ext cx="720080" cy="648072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1008480" y="4077072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block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4572000" y="611396"/>
            <a:ext cx="60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strip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169168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41176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572000" y="980728"/>
            <a:ext cx="0" cy="4104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871354" y="5723964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 =</a:t>
            </a:r>
            <a:endParaRPr lang="en-US" dirty="0"/>
          </a:p>
        </p:txBody>
      </p:sp>
      <p:sp>
        <p:nvSpPr>
          <p:cNvPr id="77" name="Oval 76"/>
          <p:cNvSpPr/>
          <p:nvPr/>
        </p:nvSpPr>
        <p:spPr>
          <a:xfrm>
            <a:off x="2411760" y="586798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971600" y="6228020"/>
            <a:ext cx="164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block reduction</a:t>
            </a:r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971600" y="1628800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5148064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5076056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004048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93204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4860032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4788024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4716016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4644008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457200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5148064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076056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5004048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493204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4860032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4788024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4716016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4644008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457200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5148064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5076056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5004048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4932040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860032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4788024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4716016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4644008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4572000" y="386104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5148064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5076056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5004048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4932040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4860032" y="1628800"/>
            <a:ext cx="0" cy="22322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4788024" y="1628800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4716016" y="1628800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4644008" y="1628800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572000" y="1628800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>
            <a:off x="6084168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>
            <a:off x="601216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5940152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5868144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>
            <a:off x="5796136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5724128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5652120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5580112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>
            <a:off x="5508104" y="980728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300192" y="1124744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 = </a:t>
            </a:r>
            <a:endParaRPr lang="en-US" dirty="0"/>
          </a:p>
        </p:txBody>
      </p:sp>
      <p:sp>
        <p:nvSpPr>
          <p:cNvPr id="162" name="Oval 161"/>
          <p:cNvSpPr/>
          <p:nvPr/>
        </p:nvSpPr>
        <p:spPr>
          <a:xfrm>
            <a:off x="68042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69566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71090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72614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74138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75662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77186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78710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8023448" y="126876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/>
          <p:cNvSpPr txBox="1"/>
          <p:nvPr/>
        </p:nvSpPr>
        <p:spPr>
          <a:xfrm>
            <a:off x="6248277" y="1691516"/>
            <a:ext cx="156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trip reduction</a:t>
            </a:r>
            <a:endParaRPr lang="en-US" dirty="0"/>
          </a:p>
        </p:txBody>
      </p:sp>
      <p:sp>
        <p:nvSpPr>
          <p:cNvPr id="172" name="Right Brace 171"/>
          <p:cNvSpPr/>
          <p:nvPr/>
        </p:nvSpPr>
        <p:spPr>
          <a:xfrm>
            <a:off x="6156176" y="980728"/>
            <a:ext cx="144016" cy="6480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ight Brace 172"/>
          <p:cNvSpPr/>
          <p:nvPr/>
        </p:nvSpPr>
        <p:spPr>
          <a:xfrm>
            <a:off x="1763688" y="5589240"/>
            <a:ext cx="144016" cy="6480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/>
          <p:cNvCxnSpPr/>
          <p:nvPr/>
        </p:nvCxnSpPr>
        <p:spPr>
          <a:xfrm>
            <a:off x="601216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>
            <a:off x="5940152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>
          <a:xfrm>
            <a:off x="5868144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>
            <a:off x="5796136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>
            <a:off x="5724128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>
            <a:off x="565212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>
            <a:off x="5580112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>
            <a:off x="5508104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>
            <a:off x="5436096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6228184" y="458112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 = </a:t>
            </a:r>
            <a:endParaRPr lang="en-US" dirty="0"/>
          </a:p>
        </p:txBody>
      </p:sp>
      <p:sp>
        <p:nvSpPr>
          <p:cNvPr id="184" name="Oval 183"/>
          <p:cNvSpPr/>
          <p:nvPr/>
        </p:nvSpPr>
        <p:spPr>
          <a:xfrm>
            <a:off x="67322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/>
          <p:cNvSpPr/>
          <p:nvPr/>
        </p:nvSpPr>
        <p:spPr>
          <a:xfrm>
            <a:off x="68846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/>
          <p:cNvSpPr/>
          <p:nvPr/>
        </p:nvSpPr>
        <p:spPr>
          <a:xfrm>
            <a:off x="70370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71894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/>
          <p:cNvSpPr/>
          <p:nvPr/>
        </p:nvSpPr>
        <p:spPr>
          <a:xfrm>
            <a:off x="73418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74942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76466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/>
          <p:cNvSpPr/>
          <p:nvPr/>
        </p:nvSpPr>
        <p:spPr>
          <a:xfrm>
            <a:off x="77990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7951440" y="472514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TextBox 192"/>
          <p:cNvSpPr txBox="1"/>
          <p:nvPr/>
        </p:nvSpPr>
        <p:spPr>
          <a:xfrm>
            <a:off x="6176269" y="5147900"/>
            <a:ext cx="156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trip reduction</a:t>
            </a:r>
            <a:endParaRPr lang="en-US" dirty="0"/>
          </a:p>
        </p:txBody>
      </p:sp>
      <p:sp>
        <p:nvSpPr>
          <p:cNvPr id="194" name="Right Brace 193"/>
          <p:cNvSpPr/>
          <p:nvPr/>
        </p:nvSpPr>
        <p:spPr>
          <a:xfrm>
            <a:off x="6084168" y="4437112"/>
            <a:ext cx="144016" cy="6480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/>
          <p:cNvCxnSpPr/>
          <p:nvPr/>
        </p:nvCxnSpPr>
        <p:spPr>
          <a:xfrm>
            <a:off x="6017096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>
            <a:off x="5945088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5873080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>
            <a:off x="5801072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>
            <a:off x="5729064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>
            <a:off x="5657056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>
            <a:off x="5585048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>
            <a:off x="5513040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>
            <a:off x="5441032" y="37170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6233120" y="386104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 = </a:t>
            </a:r>
            <a:endParaRPr lang="en-US" dirty="0"/>
          </a:p>
        </p:txBody>
      </p:sp>
      <p:sp>
        <p:nvSpPr>
          <p:cNvPr id="205" name="Oval 204"/>
          <p:cNvSpPr/>
          <p:nvPr/>
        </p:nvSpPr>
        <p:spPr>
          <a:xfrm>
            <a:off x="67371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/>
          <p:cNvSpPr/>
          <p:nvPr/>
        </p:nvSpPr>
        <p:spPr>
          <a:xfrm>
            <a:off x="68895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/>
          <p:cNvSpPr/>
          <p:nvPr/>
        </p:nvSpPr>
        <p:spPr>
          <a:xfrm>
            <a:off x="70419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/>
          <p:cNvSpPr/>
          <p:nvPr/>
        </p:nvSpPr>
        <p:spPr>
          <a:xfrm>
            <a:off x="71943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/>
          <p:cNvSpPr/>
          <p:nvPr/>
        </p:nvSpPr>
        <p:spPr>
          <a:xfrm>
            <a:off x="73467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/>
          <p:cNvSpPr/>
          <p:nvPr/>
        </p:nvSpPr>
        <p:spPr>
          <a:xfrm>
            <a:off x="74991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/>
          <p:cNvSpPr/>
          <p:nvPr/>
        </p:nvSpPr>
        <p:spPr>
          <a:xfrm>
            <a:off x="76515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/>
          <p:cNvSpPr/>
          <p:nvPr/>
        </p:nvSpPr>
        <p:spPr>
          <a:xfrm>
            <a:off x="78039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/>
          <p:cNvSpPr/>
          <p:nvPr/>
        </p:nvSpPr>
        <p:spPr>
          <a:xfrm>
            <a:off x="7956376" y="400506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ight Brace 213"/>
          <p:cNvSpPr/>
          <p:nvPr/>
        </p:nvSpPr>
        <p:spPr>
          <a:xfrm>
            <a:off x="6089104" y="3717032"/>
            <a:ext cx="144016" cy="6480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/>
          <p:cNvSpPr/>
          <p:nvPr/>
        </p:nvSpPr>
        <p:spPr>
          <a:xfrm>
            <a:off x="4278251" y="5517232"/>
            <a:ext cx="725797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8" name="Straight Connector 217"/>
          <p:cNvCxnSpPr/>
          <p:nvPr/>
        </p:nvCxnSpPr>
        <p:spPr>
          <a:xfrm>
            <a:off x="4427984" y="55172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>
            <a:off x="4580384" y="55172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>
            <a:off x="4860032" y="551723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/>
          <p:nvPr/>
        </p:nvCxnSpPr>
        <p:spPr>
          <a:xfrm>
            <a:off x="4278251" y="6021288"/>
            <a:ext cx="7257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4283968" y="5877272"/>
            <a:ext cx="7257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4283968" y="5661248"/>
            <a:ext cx="7257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/>
              <p:cNvSpPr txBox="1"/>
              <p:nvPr/>
            </p:nvSpPr>
            <p:spPr>
              <a:xfrm>
                <a:off x="4261611" y="5157192"/>
                <a:ext cx="748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611" y="5157192"/>
                <a:ext cx="748154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/>
              <p:cNvSpPr txBox="1"/>
              <p:nvPr/>
            </p:nvSpPr>
            <p:spPr>
              <a:xfrm rot="16200000">
                <a:off x="4867537" y="5651956"/>
                <a:ext cx="642355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</a:t>
                </a:r>
                <a:r>
                  <a:rPr lang="en-US" dirty="0" smtClean="0"/>
                  <a:t>og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6" name="TextBox 2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67537" y="5651956"/>
                <a:ext cx="6423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030" r="-19697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/>
              <p:cNvSpPr txBox="1"/>
              <p:nvPr/>
            </p:nvSpPr>
            <p:spPr>
              <a:xfrm>
                <a:off x="4067944" y="6165304"/>
                <a:ext cx="674608" cy="315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/>
                            </a:rPr>
                            <m:t>𝑙𝑜𝑔𝑁</m:t>
                          </m:r>
                        </m:e>
                      </m:ra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7" name="TextBox 2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6165304"/>
                <a:ext cx="674608" cy="315984"/>
              </a:xfrm>
              <a:prstGeom prst="rect">
                <a:avLst/>
              </a:prstGeom>
              <a:blipFill rotWithShape="1">
                <a:blip r:embed="rId6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/>
              <p:cNvSpPr txBox="1"/>
              <p:nvPr/>
            </p:nvSpPr>
            <p:spPr>
              <a:xfrm rot="5400000">
                <a:off x="3681368" y="5921328"/>
                <a:ext cx="674608" cy="315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/>
                            </a:rPr>
                            <m:t>𝑙𝑜𝑔𝑁</m:t>
                          </m:r>
                        </m:e>
                      </m:ra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8" name="TextBox 2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681368" y="5921328"/>
                <a:ext cx="674608" cy="315984"/>
              </a:xfrm>
              <a:prstGeom prst="rect">
                <a:avLst/>
              </a:prstGeom>
              <a:blipFill rotWithShape="1">
                <a:blip r:embed="rId7"/>
                <a:stretch>
                  <a:fillRect l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/>
          <p:cNvSpPr/>
          <p:nvPr/>
        </p:nvSpPr>
        <p:spPr>
          <a:xfrm>
            <a:off x="971600" y="5589240"/>
            <a:ext cx="720080" cy="648072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59500" y="6372036"/>
            <a:ext cx="238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level data reduction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79712" y="611396"/>
            <a:ext cx="233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level data reduction</a:t>
            </a:r>
            <a:endParaRPr lang="en-US" dirty="0"/>
          </a:p>
        </p:txBody>
      </p:sp>
      <p:cxnSp>
        <p:nvCxnSpPr>
          <p:cNvPr id="158" name="Straight Connector 157"/>
          <p:cNvCxnSpPr/>
          <p:nvPr/>
        </p:nvCxnSpPr>
        <p:spPr>
          <a:xfrm flipV="1">
            <a:off x="1691680" y="1628800"/>
            <a:ext cx="0" cy="281760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flipV="1">
            <a:off x="2411760" y="4437112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2411760" y="1628800"/>
            <a:ext cx="0" cy="280831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>
            <a:off x="4499992" y="1628800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>
            <a:off x="1691680" y="1628800"/>
            <a:ext cx="288032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>
            <a:off x="971600" y="4437112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4499992" y="4437112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>
            <a:off x="1691680" y="4437112"/>
            <a:ext cx="288032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/>
          <p:nvPr/>
        </p:nvCxnSpPr>
        <p:spPr>
          <a:xfrm>
            <a:off x="971600" y="3789040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/>
          <p:cNvCxnSpPr/>
          <p:nvPr/>
        </p:nvCxnSpPr>
        <p:spPr>
          <a:xfrm>
            <a:off x="4499992" y="3789040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>
            <a:off x="1691680" y="3789040"/>
            <a:ext cx="288032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835696" y="1340768"/>
            <a:ext cx="2952328" cy="27363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835696" y="4045714"/>
            <a:ext cx="2952328" cy="313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788024" y="1340768"/>
            <a:ext cx="0" cy="270494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40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36096" y="558924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6084168" y="558924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6732240" y="558924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380312" y="558924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028384" y="558924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084168" y="450912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732240" y="450912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80312" y="450912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004048" y="3501008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52120" y="3501008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300192" y="3501008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948264" y="3501008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596336" y="3501008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244408" y="3501008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32240" y="2420888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148064" y="5157192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 smtClean="0"/>
              <a:t>0</a:t>
            </a:r>
          </a:p>
          <a:p>
            <a:r>
              <a:rPr lang="en-US" dirty="0"/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6136" y="5157192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 smtClean="0"/>
              <a:t>0</a:t>
            </a:r>
          </a:p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444208" y="5157192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/>
              <a:t>1</a:t>
            </a:r>
            <a:endParaRPr lang="en-US" dirty="0" smtClean="0"/>
          </a:p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2280" y="5169966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US" dirty="0" smtClean="0"/>
          </a:p>
          <a:p>
            <a:r>
              <a:rPr lang="en-US" dirty="0" smtClean="0"/>
              <a:t>0</a:t>
            </a:r>
          </a:p>
          <a:p>
            <a:r>
              <a:rPr lang="en-US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0352" y="5157192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US" dirty="0" smtClean="0"/>
          </a:p>
          <a:p>
            <a:r>
              <a:rPr lang="en-US" dirty="0"/>
              <a:t>1</a:t>
            </a:r>
            <a:endParaRPr lang="en-US" dirty="0" smtClean="0"/>
          </a:p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82482" y="4077072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 smtClean="0"/>
              <a:t>0</a:t>
            </a:r>
          </a:p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430554" y="4089846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/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8626" y="4077072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 smtClean="0"/>
              <a:t>0</a:t>
            </a:r>
          </a:p>
          <a:p>
            <a:r>
              <a:rPr lang="en-US" dirty="0"/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2362" y="3068960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350434" y="3068960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</a:p>
          <a:p>
            <a:r>
              <a:rPr lang="en-US" dirty="0" smtClean="0"/>
              <a:t>0</a:t>
            </a:r>
          </a:p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012160" y="3068960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6578" y="3081734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294650" y="3081734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</a:p>
          <a:p>
            <a:r>
              <a:rPr lang="en-US" dirty="0" smtClean="0"/>
              <a:t>1</a:t>
            </a:r>
          </a:p>
          <a:p>
            <a:r>
              <a:rPr lang="en-US" dirty="0"/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42722" y="3068960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US" dirty="0" smtClean="0"/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/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4208" y="1988840"/>
            <a:ext cx="2840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/>
              <a:t>x</a:t>
            </a:r>
          </a:p>
        </p:txBody>
      </p:sp>
      <p:cxnSp>
        <p:nvCxnSpPr>
          <p:cNvPr id="33" name="Straight Arrow Connector 32"/>
          <p:cNvCxnSpPr>
            <a:stCxn id="2" idx="0"/>
            <a:endCxn id="7" idx="3"/>
          </p:cNvCxnSpPr>
          <p:nvPr/>
        </p:nvCxnSpPr>
        <p:spPr>
          <a:xfrm flipV="1">
            <a:off x="5472100" y="4570583"/>
            <a:ext cx="622613" cy="101865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" idx="0"/>
            <a:endCxn id="7" idx="4"/>
          </p:cNvCxnSpPr>
          <p:nvPr/>
        </p:nvCxnSpPr>
        <p:spPr>
          <a:xfrm flipV="1">
            <a:off x="6120172" y="4581128"/>
            <a:ext cx="0" cy="100811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" idx="0"/>
            <a:endCxn id="8" idx="3"/>
          </p:cNvCxnSpPr>
          <p:nvPr/>
        </p:nvCxnSpPr>
        <p:spPr>
          <a:xfrm flipV="1">
            <a:off x="5472100" y="4570583"/>
            <a:ext cx="1270685" cy="101865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" idx="1"/>
            <a:endCxn id="8" idx="4"/>
          </p:cNvCxnSpPr>
          <p:nvPr/>
        </p:nvCxnSpPr>
        <p:spPr>
          <a:xfrm flipV="1">
            <a:off x="6742785" y="4581128"/>
            <a:ext cx="25459" cy="101865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" idx="6"/>
            <a:endCxn id="24" idx="3"/>
          </p:cNvCxnSpPr>
          <p:nvPr/>
        </p:nvCxnSpPr>
        <p:spPr>
          <a:xfrm flipV="1">
            <a:off x="5508104" y="4538737"/>
            <a:ext cx="1872208" cy="10865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5" idx="0"/>
            <a:endCxn id="9" idx="4"/>
          </p:cNvCxnSpPr>
          <p:nvPr/>
        </p:nvCxnSpPr>
        <p:spPr>
          <a:xfrm flipV="1">
            <a:off x="7416316" y="4581128"/>
            <a:ext cx="0" cy="100811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7" idx="0"/>
            <a:endCxn id="10" idx="3"/>
          </p:cNvCxnSpPr>
          <p:nvPr/>
        </p:nvCxnSpPr>
        <p:spPr>
          <a:xfrm flipH="1" flipV="1">
            <a:off x="5014593" y="3562471"/>
            <a:ext cx="1105579" cy="94664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8" idx="6"/>
            <a:endCxn id="10" idx="6"/>
          </p:cNvCxnSpPr>
          <p:nvPr/>
        </p:nvCxnSpPr>
        <p:spPr>
          <a:xfrm flipH="1" flipV="1">
            <a:off x="5076056" y="3537012"/>
            <a:ext cx="1728192" cy="100811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7" idx="4"/>
            <a:endCxn id="11" idx="4"/>
          </p:cNvCxnSpPr>
          <p:nvPr/>
        </p:nvCxnSpPr>
        <p:spPr>
          <a:xfrm flipH="1" flipV="1">
            <a:off x="5688124" y="3573016"/>
            <a:ext cx="432048" cy="100811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9" idx="1"/>
            <a:endCxn id="11" idx="5"/>
          </p:cNvCxnSpPr>
          <p:nvPr/>
        </p:nvCxnSpPr>
        <p:spPr>
          <a:xfrm flipH="1" flipV="1">
            <a:off x="5713583" y="3562471"/>
            <a:ext cx="1677274" cy="9571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8" idx="1"/>
            <a:endCxn id="12" idx="4"/>
          </p:cNvCxnSpPr>
          <p:nvPr/>
        </p:nvCxnSpPr>
        <p:spPr>
          <a:xfrm flipH="1" flipV="1">
            <a:off x="6336196" y="3573016"/>
            <a:ext cx="406589" cy="94664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9" idx="0"/>
            <a:endCxn id="12" idx="6"/>
          </p:cNvCxnSpPr>
          <p:nvPr/>
        </p:nvCxnSpPr>
        <p:spPr>
          <a:xfrm flipH="1" flipV="1">
            <a:off x="6372200" y="3537012"/>
            <a:ext cx="1044116" cy="97210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3" idx="0"/>
            <a:endCxn id="13" idx="5"/>
          </p:cNvCxnSpPr>
          <p:nvPr/>
        </p:nvCxnSpPr>
        <p:spPr>
          <a:xfrm flipV="1">
            <a:off x="6120172" y="3562471"/>
            <a:ext cx="889555" cy="20267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6" idx="0"/>
            <a:endCxn id="13" idx="5"/>
          </p:cNvCxnSpPr>
          <p:nvPr/>
        </p:nvCxnSpPr>
        <p:spPr>
          <a:xfrm flipH="1" flipV="1">
            <a:off x="7009727" y="3562471"/>
            <a:ext cx="1054661" cy="20267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4" idx="0"/>
            <a:endCxn id="14" idx="3"/>
          </p:cNvCxnSpPr>
          <p:nvPr/>
        </p:nvCxnSpPr>
        <p:spPr>
          <a:xfrm flipV="1">
            <a:off x="6768244" y="3562471"/>
            <a:ext cx="838637" cy="20267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6" idx="0"/>
            <a:endCxn id="14" idx="5"/>
          </p:cNvCxnSpPr>
          <p:nvPr/>
        </p:nvCxnSpPr>
        <p:spPr>
          <a:xfrm flipH="1" flipV="1">
            <a:off x="7657799" y="3562471"/>
            <a:ext cx="406589" cy="20267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" idx="0"/>
            <a:endCxn id="30" idx="3"/>
          </p:cNvCxnSpPr>
          <p:nvPr/>
        </p:nvCxnSpPr>
        <p:spPr>
          <a:xfrm flipV="1">
            <a:off x="7416316" y="3530625"/>
            <a:ext cx="828092" cy="205861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" idx="4"/>
            <a:endCxn id="15" idx="4"/>
          </p:cNvCxnSpPr>
          <p:nvPr/>
        </p:nvCxnSpPr>
        <p:spPr>
          <a:xfrm flipV="1">
            <a:off x="8064388" y="3573016"/>
            <a:ext cx="216024" cy="208823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10" idx="0"/>
            <a:endCxn id="31" idx="3"/>
          </p:cNvCxnSpPr>
          <p:nvPr/>
        </p:nvCxnSpPr>
        <p:spPr>
          <a:xfrm flipV="1">
            <a:off x="5040052" y="2450505"/>
            <a:ext cx="1688208" cy="105050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11" idx="4"/>
            <a:endCxn id="31" idx="3"/>
          </p:cNvCxnSpPr>
          <p:nvPr/>
        </p:nvCxnSpPr>
        <p:spPr>
          <a:xfrm flipV="1">
            <a:off x="5688124" y="2450505"/>
            <a:ext cx="1040136" cy="11225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12" idx="4"/>
            <a:endCxn id="16" idx="3"/>
          </p:cNvCxnSpPr>
          <p:nvPr/>
        </p:nvCxnSpPr>
        <p:spPr>
          <a:xfrm flipV="1">
            <a:off x="6336196" y="2482351"/>
            <a:ext cx="406589" cy="109066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13" idx="5"/>
            <a:endCxn id="16" idx="4"/>
          </p:cNvCxnSpPr>
          <p:nvPr/>
        </p:nvCxnSpPr>
        <p:spPr>
          <a:xfrm flipH="1" flipV="1">
            <a:off x="6768244" y="2492896"/>
            <a:ext cx="241483" cy="10695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14" idx="2"/>
            <a:endCxn id="16" idx="5"/>
          </p:cNvCxnSpPr>
          <p:nvPr/>
        </p:nvCxnSpPr>
        <p:spPr>
          <a:xfrm flipH="1" flipV="1">
            <a:off x="6793703" y="2482351"/>
            <a:ext cx="802633" cy="105466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15" idx="4"/>
            <a:endCxn id="16" idx="6"/>
          </p:cNvCxnSpPr>
          <p:nvPr/>
        </p:nvCxnSpPr>
        <p:spPr>
          <a:xfrm flipH="1" flipV="1">
            <a:off x="6804248" y="2456892"/>
            <a:ext cx="1476164" cy="111612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259632" y="4653136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907704" y="4653136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2771800" y="4653136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419872" y="4653136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71600" y="4221088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 smtClean="0"/>
              <a:t>0</a:t>
            </a:r>
          </a:p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6018" y="4221088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/>
              <a:t>1</a:t>
            </a:r>
            <a:endParaRPr lang="en-US" dirty="0" smtClean="0"/>
          </a:p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2470114" y="4221088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/>
              <a:t>1</a:t>
            </a:r>
            <a:endParaRPr lang="en-US" dirty="0" smtClean="0"/>
          </a:p>
          <a:p>
            <a:r>
              <a:rPr lang="en-US" dirty="0"/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18186" y="4221088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 smtClean="0"/>
              <a:t>0</a:t>
            </a:r>
          </a:p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73" name="Oval 72"/>
          <p:cNvSpPr/>
          <p:nvPr/>
        </p:nvSpPr>
        <p:spPr>
          <a:xfrm>
            <a:off x="3059832" y="344177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2758146" y="3009726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/>
              <a:t>x</a:t>
            </a:r>
          </a:p>
        </p:txBody>
      </p:sp>
      <p:sp>
        <p:nvSpPr>
          <p:cNvPr id="77" name="Oval 76"/>
          <p:cNvSpPr/>
          <p:nvPr/>
        </p:nvSpPr>
        <p:spPr>
          <a:xfrm>
            <a:off x="1489310" y="342900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1187624" y="2996952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/>
              <a:t>x</a:t>
            </a:r>
          </a:p>
        </p:txBody>
      </p:sp>
      <p:sp>
        <p:nvSpPr>
          <p:cNvPr id="81" name="Oval 80"/>
          <p:cNvSpPr/>
          <p:nvPr/>
        </p:nvSpPr>
        <p:spPr>
          <a:xfrm>
            <a:off x="2209390" y="234888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1907704" y="1916832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</a:p>
          <a:p>
            <a:r>
              <a:rPr lang="en-US" dirty="0"/>
              <a:t>x</a:t>
            </a:r>
            <a:endParaRPr lang="en-US" dirty="0" smtClean="0"/>
          </a:p>
          <a:p>
            <a:r>
              <a:rPr lang="en-US" dirty="0"/>
              <a:t>x</a:t>
            </a:r>
          </a:p>
        </p:txBody>
      </p:sp>
      <p:cxnSp>
        <p:nvCxnSpPr>
          <p:cNvPr id="84" name="Straight Arrow Connector 83"/>
          <p:cNvCxnSpPr>
            <a:stCxn id="57" idx="6"/>
          </p:cNvCxnSpPr>
          <p:nvPr/>
        </p:nvCxnSpPr>
        <p:spPr>
          <a:xfrm flipV="1">
            <a:off x="1331640" y="3513782"/>
            <a:ext cx="193674" cy="117535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59" idx="1"/>
            <a:endCxn id="77" idx="4"/>
          </p:cNvCxnSpPr>
          <p:nvPr/>
        </p:nvCxnSpPr>
        <p:spPr>
          <a:xfrm flipH="1" flipV="1">
            <a:off x="1525314" y="3501008"/>
            <a:ext cx="392935" cy="116267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61" idx="0"/>
            <a:endCxn id="75" idx="3"/>
          </p:cNvCxnSpPr>
          <p:nvPr/>
        </p:nvCxnSpPr>
        <p:spPr>
          <a:xfrm flipV="1">
            <a:off x="2807804" y="3471391"/>
            <a:ext cx="252028" cy="118174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63" idx="1"/>
            <a:endCxn id="73" idx="5"/>
          </p:cNvCxnSpPr>
          <p:nvPr/>
        </p:nvCxnSpPr>
        <p:spPr>
          <a:xfrm flipH="1" flipV="1">
            <a:off x="3121295" y="3503237"/>
            <a:ext cx="309122" cy="116044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77" idx="0"/>
            <a:endCxn id="83" idx="3"/>
          </p:cNvCxnSpPr>
          <p:nvPr/>
        </p:nvCxnSpPr>
        <p:spPr>
          <a:xfrm flipV="1">
            <a:off x="1525314" y="2378497"/>
            <a:ext cx="684076" cy="105050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73" idx="1"/>
            <a:endCxn id="81" idx="5"/>
          </p:cNvCxnSpPr>
          <p:nvPr/>
        </p:nvCxnSpPr>
        <p:spPr>
          <a:xfrm flipH="1" flipV="1">
            <a:off x="2270853" y="2410343"/>
            <a:ext cx="799524" cy="104197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691680" y="3214717"/>
            <a:ext cx="1039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dirty="0" smtClean="0"/>
              <a:t>hantom</a:t>
            </a:r>
          </a:p>
          <a:p>
            <a:pPr algn="ctr"/>
            <a:r>
              <a:rPr lang="en-US" dirty="0" smtClean="0"/>
              <a:t>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9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2209390" y="234888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555776" y="270892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835696" y="2708920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29" idx="7"/>
          </p:cNvCxnSpPr>
          <p:nvPr/>
        </p:nvCxnSpPr>
        <p:spPr>
          <a:xfrm flipV="1">
            <a:off x="1897159" y="2409709"/>
            <a:ext cx="348235" cy="30975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28" idx="1"/>
          </p:cNvCxnSpPr>
          <p:nvPr/>
        </p:nvCxnSpPr>
        <p:spPr>
          <a:xfrm flipH="1" flipV="1">
            <a:off x="2270853" y="2400754"/>
            <a:ext cx="295468" cy="3187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57914" y="2764423"/>
            <a:ext cx="1090665" cy="94664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580200" y="2727711"/>
            <a:ext cx="839672" cy="98336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29" idx="1"/>
          </p:cNvCxnSpPr>
          <p:nvPr/>
        </p:nvCxnSpPr>
        <p:spPr>
          <a:xfrm>
            <a:off x="1846241" y="2719465"/>
            <a:ext cx="841316" cy="99160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28" idx="3"/>
          </p:cNvCxnSpPr>
          <p:nvPr/>
        </p:nvCxnSpPr>
        <p:spPr>
          <a:xfrm flipH="1">
            <a:off x="1475656" y="2770383"/>
            <a:ext cx="1090665" cy="94068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7914" y="3711072"/>
            <a:ext cx="26619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2209390" y="2060848"/>
                <a:ext cx="4349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390" y="2060848"/>
                <a:ext cx="434991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2555776" y="2492896"/>
                <a:ext cx="673839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(2)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2492896"/>
                <a:ext cx="673839" cy="396006"/>
              </a:xfrm>
              <a:prstGeom prst="rect">
                <a:avLst/>
              </a:prstGeom>
              <a:blipFill rotWithShape="1"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1259632" y="2420888"/>
                <a:ext cx="673839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(1)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420888"/>
                <a:ext cx="673839" cy="396006"/>
              </a:xfrm>
              <a:prstGeom prst="rect">
                <a:avLst/>
              </a:prstGeom>
              <a:blipFill rotWithShape="1"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757914" y="3711072"/>
            <a:ext cx="0" cy="8700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475656" y="3711072"/>
            <a:ext cx="0" cy="4350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699792" y="3717032"/>
            <a:ext cx="0" cy="8700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3419872" y="3717032"/>
            <a:ext cx="0" cy="4350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1475656" y="3928586"/>
            <a:ext cx="545332" cy="596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699792" y="3934546"/>
            <a:ext cx="7200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/>
              <p:cNvSpPr txBox="1"/>
              <p:nvPr/>
            </p:nvSpPr>
            <p:spPr>
              <a:xfrm>
                <a:off x="2025953" y="3717032"/>
                <a:ext cx="675378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(2)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953" y="3717032"/>
                <a:ext cx="675378" cy="396006"/>
              </a:xfrm>
              <a:prstGeom prst="rect">
                <a:avLst/>
              </a:prstGeom>
              <a:blipFill rotWithShape="1">
                <a:blip r:embed="rId5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/>
          <p:cNvCxnSpPr/>
          <p:nvPr/>
        </p:nvCxnSpPr>
        <p:spPr>
          <a:xfrm flipH="1" flipV="1">
            <a:off x="755576" y="4468684"/>
            <a:ext cx="545332" cy="596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1979712" y="4474644"/>
            <a:ext cx="7200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/>
              <p:cNvSpPr txBox="1"/>
              <p:nvPr/>
            </p:nvSpPr>
            <p:spPr>
              <a:xfrm>
                <a:off x="1305873" y="4257130"/>
                <a:ext cx="675378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(1)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873" y="4257130"/>
                <a:ext cx="675378" cy="396006"/>
              </a:xfrm>
              <a:prstGeom prst="rect">
                <a:avLst/>
              </a:prstGeom>
              <a:blipFill rotWithShape="1"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/>
          <p:cNvCxnSpPr/>
          <p:nvPr/>
        </p:nvCxnSpPr>
        <p:spPr>
          <a:xfrm flipV="1">
            <a:off x="2687557" y="3356992"/>
            <a:ext cx="372275" cy="35408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/>
              <p:cNvSpPr txBox="1"/>
              <p:nvPr/>
            </p:nvSpPr>
            <p:spPr>
              <a:xfrm>
                <a:off x="2915816" y="2996952"/>
                <a:ext cx="2631170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𝐿𝐶𝐴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(2)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en-US" i="1" smtClean="0">
                          <a:latin typeface="Cambria Math"/>
                        </a:rPr>
                        <m:t>⋂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996952"/>
                <a:ext cx="2631170" cy="396006"/>
              </a:xfrm>
              <a:prstGeom prst="rect">
                <a:avLst/>
              </a:prstGeom>
              <a:blipFill rotWithShape="1"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/>
          <p:cNvSpPr/>
          <p:nvPr/>
        </p:nvSpPr>
        <p:spPr>
          <a:xfrm>
            <a:off x="3059832" y="3284984"/>
            <a:ext cx="72008" cy="720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2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Straight Connector 229"/>
          <p:cNvCxnSpPr/>
          <p:nvPr/>
        </p:nvCxnSpPr>
        <p:spPr>
          <a:xfrm flipV="1">
            <a:off x="3851920" y="980728"/>
            <a:ext cx="0" cy="4104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 flipV="1">
            <a:off x="3131840" y="980728"/>
            <a:ext cx="0" cy="4104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>
            <a:off x="971600" y="3284984"/>
            <a:ext cx="42484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>
            <a:off x="971600" y="2708920"/>
            <a:ext cx="42484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>
            <a:off x="971600" y="2132856"/>
            <a:ext cx="42484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572000" y="980728"/>
            <a:ext cx="0" cy="4104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411760" y="980728"/>
            <a:ext cx="0" cy="4104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1691680" y="980728"/>
            <a:ext cx="0" cy="4104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71600" y="3861048"/>
            <a:ext cx="42484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71600" y="980728"/>
            <a:ext cx="4248472" cy="41044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971600" y="5085184"/>
            <a:ext cx="475252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971600" y="548680"/>
            <a:ext cx="0" cy="453650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92080" y="508518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3568" y="62068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971600" y="1628800"/>
            <a:ext cx="42484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971600" y="4437112"/>
            <a:ext cx="42484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91680" y="1628800"/>
            <a:ext cx="2880320" cy="2808312"/>
          </a:xfrm>
          <a:prstGeom prst="rect">
            <a:avLst/>
          </a:prstGeom>
          <a:pattFill prst="lgGrid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499240" y="4437112"/>
            <a:ext cx="128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r>
              <a:rPr lang="en-US" dirty="0" smtClean="0"/>
              <a:t>lock query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71600" y="1052736"/>
            <a:ext cx="4248472" cy="216024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411760" y="620688"/>
            <a:ext cx="1201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strip query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4860032" y="4499828"/>
            <a:ext cx="288032" cy="369332"/>
          </a:xfrm>
          <a:prstGeom prst="rect">
            <a:avLst/>
          </a:prstGeom>
          <a:pattFill prst="openDmnd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220072" y="4509120"/>
            <a:ext cx="1397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corner 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31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4270</TotalTime>
  <Words>234</Words>
  <Application>Microsoft Office PowerPoint</Application>
  <PresentationFormat>On-screen Show (4:3)</PresentationFormat>
  <Paragraphs>120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Octave</dc:creator>
  <cp:lastModifiedBy>yuantang</cp:lastModifiedBy>
  <cp:revision>58</cp:revision>
  <dcterms:created xsi:type="dcterms:W3CDTF">2012-03-31T01:45:39Z</dcterms:created>
  <dcterms:modified xsi:type="dcterms:W3CDTF">2012-07-30T00:08:10Z</dcterms:modified>
</cp:coreProperties>
</file>