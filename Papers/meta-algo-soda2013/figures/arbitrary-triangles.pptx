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2286000" cy="2286000"/>
  <p:notesSz cx="1828800" cy="1828800"/>
  <p:defaultTextStyle>
    <a:defPPr>
      <a:defRPr lang="en-US"/>
    </a:defPPr>
    <a:lvl1pPr marL="0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1pPr>
    <a:lvl2pPr marL="130622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2pPr>
    <a:lvl3pPr marL="261244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3pPr>
    <a:lvl4pPr marL="391866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4pPr>
    <a:lvl5pPr marL="522488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5pPr>
    <a:lvl6pPr marL="653110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6pPr>
    <a:lvl7pPr marL="783732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7pPr>
    <a:lvl8pPr marL="914354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8pPr>
    <a:lvl9pPr marL="1044976" algn="l" defTabSz="261244" rtl="0" eaLnBrk="1" latinLnBrk="0" hangingPunct="1">
      <a:defRPr sz="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30" d="100"/>
          <a:sy n="230" d="100"/>
        </p:scale>
        <p:origin x="-1824" y="-84"/>
      </p:cViewPr>
      <p:guideLst>
        <p:guide orient="horz" pos="720"/>
        <p:guide pos="7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710142"/>
            <a:ext cx="1943100" cy="49000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295400"/>
            <a:ext cx="1600200" cy="584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30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61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91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22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83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449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31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3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78" y="1468967"/>
            <a:ext cx="1943100" cy="454025"/>
          </a:xfrm>
        </p:spPr>
        <p:txBody>
          <a:bodyPr anchor="t"/>
          <a:lstStyle>
            <a:lvl1pPr algn="l">
              <a:defRPr sz="11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578" y="968905"/>
            <a:ext cx="1943100" cy="500062"/>
          </a:xfrm>
        </p:spPr>
        <p:txBody>
          <a:bodyPr anchor="b"/>
          <a:lstStyle>
            <a:lvl1pPr marL="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1pPr>
            <a:lvl2pPr marL="130622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61244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3pPr>
            <a:lvl4pPr marL="39186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522488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65311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783732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914354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1044976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2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" y="177800"/>
            <a:ext cx="238125" cy="502708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7800"/>
            <a:ext cx="238125" cy="502708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5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91546"/>
            <a:ext cx="20574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" y="511704"/>
            <a:ext cx="1010047" cy="213254"/>
          </a:xfrm>
        </p:spPr>
        <p:txBody>
          <a:bodyPr anchor="b"/>
          <a:lstStyle>
            <a:lvl1pPr marL="0" indent="0">
              <a:buNone/>
              <a:defRPr sz="700" b="1"/>
            </a:lvl1pPr>
            <a:lvl2pPr marL="130622" indent="0">
              <a:buNone/>
              <a:defRPr sz="600" b="1"/>
            </a:lvl2pPr>
            <a:lvl3pPr marL="261244" indent="0">
              <a:buNone/>
              <a:defRPr sz="500" b="1"/>
            </a:lvl3pPr>
            <a:lvl4pPr marL="391866" indent="0">
              <a:buNone/>
              <a:defRPr sz="500" b="1"/>
            </a:lvl4pPr>
            <a:lvl5pPr marL="522488" indent="0">
              <a:buNone/>
              <a:defRPr sz="500" b="1"/>
            </a:lvl5pPr>
            <a:lvl6pPr marL="653110" indent="0">
              <a:buNone/>
              <a:defRPr sz="500" b="1"/>
            </a:lvl6pPr>
            <a:lvl7pPr marL="783732" indent="0">
              <a:buNone/>
              <a:defRPr sz="500" b="1"/>
            </a:lvl7pPr>
            <a:lvl8pPr marL="914354" indent="0">
              <a:buNone/>
              <a:defRPr sz="500" b="1"/>
            </a:lvl8pPr>
            <a:lvl9pPr marL="1044976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" y="724958"/>
            <a:ext cx="1010047" cy="1317096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1256" y="511704"/>
            <a:ext cx="1010444" cy="213254"/>
          </a:xfrm>
        </p:spPr>
        <p:txBody>
          <a:bodyPr anchor="b"/>
          <a:lstStyle>
            <a:lvl1pPr marL="0" indent="0">
              <a:buNone/>
              <a:defRPr sz="700" b="1"/>
            </a:lvl1pPr>
            <a:lvl2pPr marL="130622" indent="0">
              <a:buNone/>
              <a:defRPr sz="600" b="1"/>
            </a:lvl2pPr>
            <a:lvl3pPr marL="261244" indent="0">
              <a:buNone/>
              <a:defRPr sz="500" b="1"/>
            </a:lvl3pPr>
            <a:lvl4pPr marL="391866" indent="0">
              <a:buNone/>
              <a:defRPr sz="500" b="1"/>
            </a:lvl4pPr>
            <a:lvl5pPr marL="522488" indent="0">
              <a:buNone/>
              <a:defRPr sz="500" b="1"/>
            </a:lvl5pPr>
            <a:lvl6pPr marL="653110" indent="0">
              <a:buNone/>
              <a:defRPr sz="500" b="1"/>
            </a:lvl6pPr>
            <a:lvl7pPr marL="783732" indent="0">
              <a:buNone/>
              <a:defRPr sz="500" b="1"/>
            </a:lvl7pPr>
            <a:lvl8pPr marL="914354" indent="0">
              <a:buNone/>
              <a:defRPr sz="500" b="1"/>
            </a:lvl8pPr>
            <a:lvl9pPr marL="1044976" indent="0">
              <a:buNone/>
              <a:defRPr sz="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1256" y="724958"/>
            <a:ext cx="1010444" cy="1317096"/>
          </a:xfrm>
        </p:spPr>
        <p:txBody>
          <a:bodyPr/>
          <a:lstStyle>
            <a:lvl1pPr>
              <a:defRPr sz="700"/>
            </a:lvl1pPr>
            <a:lvl2pPr>
              <a:defRPr sz="600"/>
            </a:lvl2pPr>
            <a:lvl3pPr>
              <a:defRPr sz="5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98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5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1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" y="91017"/>
            <a:ext cx="752078" cy="387350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762" y="91017"/>
            <a:ext cx="1277938" cy="1951038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" y="478367"/>
            <a:ext cx="752078" cy="1563688"/>
          </a:xfrm>
        </p:spPr>
        <p:txBody>
          <a:bodyPr/>
          <a:lstStyle>
            <a:lvl1pPr marL="0" indent="0">
              <a:buNone/>
              <a:defRPr sz="400"/>
            </a:lvl1pPr>
            <a:lvl2pPr marL="130622" indent="0">
              <a:buNone/>
              <a:defRPr sz="300"/>
            </a:lvl2pPr>
            <a:lvl3pPr marL="261244" indent="0">
              <a:buNone/>
              <a:defRPr sz="300"/>
            </a:lvl3pPr>
            <a:lvl4pPr marL="391866" indent="0">
              <a:buNone/>
              <a:defRPr sz="300"/>
            </a:lvl4pPr>
            <a:lvl5pPr marL="522488" indent="0">
              <a:buNone/>
              <a:defRPr sz="300"/>
            </a:lvl5pPr>
            <a:lvl6pPr marL="653110" indent="0">
              <a:buNone/>
              <a:defRPr sz="300"/>
            </a:lvl6pPr>
            <a:lvl7pPr marL="783732" indent="0">
              <a:buNone/>
              <a:defRPr sz="300"/>
            </a:lvl7pPr>
            <a:lvl8pPr marL="914354" indent="0">
              <a:buNone/>
              <a:defRPr sz="300"/>
            </a:lvl8pPr>
            <a:lvl9pPr marL="1044976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09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72" y="1600200"/>
            <a:ext cx="1371600" cy="188913"/>
          </a:xfrm>
        </p:spPr>
        <p:txBody>
          <a:bodyPr anchor="b"/>
          <a:lstStyle>
            <a:lvl1pPr algn="l">
              <a:defRPr sz="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8072" y="204258"/>
            <a:ext cx="1371600" cy="1371600"/>
          </a:xfrm>
        </p:spPr>
        <p:txBody>
          <a:bodyPr/>
          <a:lstStyle>
            <a:lvl1pPr marL="0" indent="0">
              <a:buNone/>
              <a:defRPr sz="900"/>
            </a:lvl1pPr>
            <a:lvl2pPr marL="130622" indent="0">
              <a:buNone/>
              <a:defRPr sz="800"/>
            </a:lvl2pPr>
            <a:lvl3pPr marL="261244" indent="0">
              <a:buNone/>
              <a:defRPr sz="700"/>
            </a:lvl3pPr>
            <a:lvl4pPr marL="391866" indent="0">
              <a:buNone/>
              <a:defRPr sz="600"/>
            </a:lvl4pPr>
            <a:lvl5pPr marL="522488" indent="0">
              <a:buNone/>
              <a:defRPr sz="600"/>
            </a:lvl5pPr>
            <a:lvl6pPr marL="653110" indent="0">
              <a:buNone/>
              <a:defRPr sz="600"/>
            </a:lvl6pPr>
            <a:lvl7pPr marL="783732" indent="0">
              <a:buNone/>
              <a:defRPr sz="600"/>
            </a:lvl7pPr>
            <a:lvl8pPr marL="914354" indent="0">
              <a:buNone/>
              <a:defRPr sz="600"/>
            </a:lvl8pPr>
            <a:lvl9pPr marL="1044976" indent="0">
              <a:buNone/>
              <a:defRPr sz="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8072" y="1789113"/>
            <a:ext cx="1371600" cy="268287"/>
          </a:xfrm>
        </p:spPr>
        <p:txBody>
          <a:bodyPr/>
          <a:lstStyle>
            <a:lvl1pPr marL="0" indent="0">
              <a:buNone/>
              <a:defRPr sz="400"/>
            </a:lvl1pPr>
            <a:lvl2pPr marL="130622" indent="0">
              <a:buNone/>
              <a:defRPr sz="300"/>
            </a:lvl2pPr>
            <a:lvl3pPr marL="261244" indent="0">
              <a:buNone/>
              <a:defRPr sz="300"/>
            </a:lvl3pPr>
            <a:lvl4pPr marL="391866" indent="0">
              <a:buNone/>
              <a:defRPr sz="300"/>
            </a:lvl4pPr>
            <a:lvl5pPr marL="522488" indent="0">
              <a:buNone/>
              <a:defRPr sz="300"/>
            </a:lvl5pPr>
            <a:lvl6pPr marL="653110" indent="0">
              <a:buNone/>
              <a:defRPr sz="300"/>
            </a:lvl6pPr>
            <a:lvl7pPr marL="783732" indent="0">
              <a:buNone/>
              <a:defRPr sz="300"/>
            </a:lvl7pPr>
            <a:lvl8pPr marL="914354" indent="0">
              <a:buNone/>
              <a:defRPr sz="300"/>
            </a:lvl8pPr>
            <a:lvl9pPr marL="1044976" indent="0">
              <a:buNone/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2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0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4337" y="30692"/>
            <a:ext cx="128588" cy="6498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75" y="30692"/>
            <a:ext cx="347663" cy="649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" y="91546"/>
            <a:ext cx="2057400" cy="381000"/>
          </a:xfrm>
          <a:prstGeom prst="rect">
            <a:avLst/>
          </a:prstGeom>
        </p:spPr>
        <p:txBody>
          <a:bodyPr vert="horz" lIns="26124" tIns="13062" rIns="26124" bIns="1306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" y="533400"/>
            <a:ext cx="2057400" cy="1508654"/>
          </a:xfrm>
          <a:prstGeom prst="rect">
            <a:avLst/>
          </a:prstGeom>
        </p:spPr>
        <p:txBody>
          <a:bodyPr vert="horz" lIns="26124" tIns="13062" rIns="26124" bIns="1306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2118784"/>
            <a:ext cx="533400" cy="121708"/>
          </a:xfrm>
          <a:prstGeom prst="rect">
            <a:avLst/>
          </a:prstGeom>
        </p:spPr>
        <p:txBody>
          <a:bodyPr vert="horz" lIns="26124" tIns="13062" rIns="26124" bIns="13062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3AFDB-8E8B-4FDD-A742-6BF8EFDE3B10}" type="datetimeFigureOut">
              <a:rPr lang="en-US" smtClean="0"/>
              <a:t>7/3/2012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1050" y="2118784"/>
            <a:ext cx="723900" cy="121708"/>
          </a:xfrm>
          <a:prstGeom prst="rect">
            <a:avLst/>
          </a:prstGeom>
        </p:spPr>
        <p:txBody>
          <a:bodyPr vert="horz" lIns="26124" tIns="13062" rIns="26124" bIns="13062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38300" y="2118784"/>
            <a:ext cx="533400" cy="121708"/>
          </a:xfrm>
          <a:prstGeom prst="rect">
            <a:avLst/>
          </a:prstGeom>
        </p:spPr>
        <p:txBody>
          <a:bodyPr vert="horz" lIns="26124" tIns="13062" rIns="26124" bIns="13062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14699-96EF-4E38-9A52-A3FA6BA92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2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61244" rtl="0" eaLnBrk="1" latinLnBrk="0" hangingPunct="1">
        <a:spcBef>
          <a:spcPct val="0"/>
        </a:spcBef>
        <a:buNone/>
        <a:defRPr sz="1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967" indent="-97967" algn="l" defTabSz="261244" rtl="0" eaLnBrk="1" latinLnBrk="0" hangingPunct="1">
        <a:spcBef>
          <a:spcPct val="20000"/>
        </a:spcBef>
        <a:buFont typeface="Arial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12261" indent="-81639" algn="l" defTabSz="261244" rtl="0" eaLnBrk="1" latinLnBrk="0" hangingPunct="1">
        <a:spcBef>
          <a:spcPct val="20000"/>
        </a:spcBef>
        <a:buFont typeface="Arial" pitchFamily="34" charset="0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26555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77" indent="-65311" algn="l" defTabSz="261244" rtl="0" eaLnBrk="1" latinLnBrk="0" hangingPunct="1">
        <a:spcBef>
          <a:spcPct val="20000"/>
        </a:spcBef>
        <a:buFont typeface="Arial" pitchFamily="34" charset="0"/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587799" indent="-65311" algn="l" defTabSz="261244" rtl="0" eaLnBrk="1" latinLnBrk="0" hangingPunct="1">
        <a:spcBef>
          <a:spcPct val="20000"/>
        </a:spcBef>
        <a:buFont typeface="Arial" pitchFamily="34" charset="0"/>
        <a:buChar char="»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18421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849043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979665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110287" indent="-65311" algn="l" defTabSz="261244" rtl="0" eaLnBrk="1" latinLnBrk="0" hangingPunct="1">
        <a:spcBef>
          <a:spcPct val="20000"/>
        </a:spcBef>
        <a:buFont typeface="Arial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1pPr>
      <a:lvl2pPr marL="130622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2pPr>
      <a:lvl3pPr marL="261244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391866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4pPr>
      <a:lvl5pPr marL="522488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5pPr>
      <a:lvl6pPr marL="653110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6pPr>
      <a:lvl7pPr marL="783732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7pPr>
      <a:lvl8pPr marL="914354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8pPr>
      <a:lvl9pPr marL="1044976" algn="l" defTabSz="261244" rtl="0" eaLnBrk="1" latinLnBrk="0" hangingPunct="1">
        <a:defRPr sz="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8343" y="116301"/>
            <a:ext cx="2033344" cy="2033343"/>
            <a:chOff x="1033949" y="1795949"/>
            <a:chExt cx="2033344" cy="2033343"/>
          </a:xfrm>
        </p:grpSpPr>
        <p:grpSp>
          <p:nvGrpSpPr>
            <p:cNvPr id="5" name="Group 4"/>
            <p:cNvGrpSpPr/>
            <p:nvPr/>
          </p:nvGrpSpPr>
          <p:grpSpPr>
            <a:xfrm rot="20479833">
              <a:off x="1033949" y="1795949"/>
              <a:ext cx="2033344" cy="2033343"/>
              <a:chOff x="2373609" y="1145915"/>
              <a:chExt cx="2033344" cy="2033343"/>
            </a:xfrm>
            <a:solidFill>
              <a:srgbClr val="FF0000"/>
            </a:solidFill>
          </p:grpSpPr>
          <p:sp>
            <p:nvSpPr>
              <p:cNvPr id="9" name="Rectangle 8"/>
              <p:cNvSpPr>
                <a:spLocks noChangeAspect="1"/>
              </p:cNvSpPr>
              <p:nvPr/>
            </p:nvSpPr>
            <p:spPr>
              <a:xfrm rot="1106399">
                <a:off x="2879771" y="114591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>
                <a:spLocks noChangeAspect="1"/>
              </p:cNvSpPr>
              <p:nvPr/>
            </p:nvSpPr>
            <p:spPr>
              <a:xfrm rot="1106399">
                <a:off x="3096633" y="121822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>
                <a:spLocks noChangeAspect="1"/>
              </p:cNvSpPr>
              <p:nvPr/>
            </p:nvSpPr>
            <p:spPr>
              <a:xfrm rot="1106399">
                <a:off x="2807462" y="136277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>
                <a:spLocks noChangeAspect="1"/>
              </p:cNvSpPr>
              <p:nvPr/>
            </p:nvSpPr>
            <p:spPr>
              <a:xfrm rot="1106399">
                <a:off x="3024324" y="143508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>
                <a:spLocks noChangeAspect="1"/>
              </p:cNvSpPr>
              <p:nvPr/>
            </p:nvSpPr>
            <p:spPr>
              <a:xfrm rot="1106399">
                <a:off x="3313496" y="129053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>
                <a:spLocks noChangeAspect="1"/>
              </p:cNvSpPr>
              <p:nvPr/>
            </p:nvSpPr>
            <p:spPr>
              <a:xfrm rot="1106399">
                <a:off x="3530359" y="136284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>
                <a:spLocks noChangeAspect="1"/>
              </p:cNvSpPr>
              <p:nvPr/>
            </p:nvSpPr>
            <p:spPr>
              <a:xfrm rot="1106399">
                <a:off x="3241187" y="150739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>
                <a:spLocks noChangeAspect="1"/>
              </p:cNvSpPr>
              <p:nvPr/>
            </p:nvSpPr>
            <p:spPr>
              <a:xfrm rot="1106399">
                <a:off x="3458050" y="157970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>
                <a:spLocks noChangeAspect="1"/>
              </p:cNvSpPr>
              <p:nvPr/>
            </p:nvSpPr>
            <p:spPr>
              <a:xfrm rot="1106399">
                <a:off x="2735153" y="157964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>
                <a:spLocks noChangeAspect="1"/>
              </p:cNvSpPr>
              <p:nvPr/>
            </p:nvSpPr>
            <p:spPr>
              <a:xfrm rot="1106399">
                <a:off x="2952016" y="165194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>
                <a:spLocks noChangeAspect="1"/>
              </p:cNvSpPr>
              <p:nvPr/>
            </p:nvSpPr>
            <p:spPr>
              <a:xfrm rot="1106399">
                <a:off x="2662844" y="179650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>
                <a:spLocks noChangeAspect="1"/>
              </p:cNvSpPr>
              <p:nvPr/>
            </p:nvSpPr>
            <p:spPr>
              <a:xfrm rot="1106399">
                <a:off x="2879707" y="186881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>
                <a:spLocks noChangeAspect="1"/>
              </p:cNvSpPr>
              <p:nvPr/>
            </p:nvSpPr>
            <p:spPr>
              <a:xfrm rot="1106399">
                <a:off x="3168878" y="172425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/>
              <p:cNvSpPr>
                <a:spLocks noChangeAspect="1"/>
              </p:cNvSpPr>
              <p:nvPr/>
            </p:nvSpPr>
            <p:spPr>
              <a:xfrm rot="1106399">
                <a:off x="3385741" y="179656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>
                <a:spLocks noChangeAspect="1"/>
              </p:cNvSpPr>
              <p:nvPr/>
            </p:nvSpPr>
            <p:spPr>
              <a:xfrm rot="1106399">
                <a:off x="3096570" y="194112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/>
              <p:cNvSpPr>
                <a:spLocks noChangeAspect="1"/>
              </p:cNvSpPr>
              <p:nvPr/>
            </p:nvSpPr>
            <p:spPr>
              <a:xfrm rot="1106399">
                <a:off x="3313432" y="201342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/>
              <p:cNvSpPr>
                <a:spLocks noChangeAspect="1"/>
              </p:cNvSpPr>
              <p:nvPr/>
            </p:nvSpPr>
            <p:spPr>
              <a:xfrm rot="1106399">
                <a:off x="3747221" y="143515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/>
              <p:cNvSpPr>
                <a:spLocks noChangeAspect="1"/>
              </p:cNvSpPr>
              <p:nvPr/>
            </p:nvSpPr>
            <p:spPr>
              <a:xfrm rot="1106399">
                <a:off x="3964084" y="150745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/>
              <p:cNvSpPr>
                <a:spLocks noChangeAspect="1"/>
              </p:cNvSpPr>
              <p:nvPr/>
            </p:nvSpPr>
            <p:spPr>
              <a:xfrm rot="1106399">
                <a:off x="3674912" y="165201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/>
              <p:cNvSpPr>
                <a:spLocks noChangeAspect="1"/>
              </p:cNvSpPr>
              <p:nvPr/>
            </p:nvSpPr>
            <p:spPr>
              <a:xfrm rot="1106399">
                <a:off x="3891775" y="172432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>
                <a:spLocks noChangeAspect="1"/>
              </p:cNvSpPr>
              <p:nvPr/>
            </p:nvSpPr>
            <p:spPr>
              <a:xfrm rot="1106399">
                <a:off x="4180946" y="157976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>
                <a:spLocks noChangeAspect="1"/>
              </p:cNvSpPr>
              <p:nvPr/>
            </p:nvSpPr>
            <p:spPr>
              <a:xfrm rot="1106399">
                <a:off x="4397809" y="165207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>
                <a:spLocks noChangeAspect="1"/>
              </p:cNvSpPr>
              <p:nvPr/>
            </p:nvSpPr>
            <p:spPr>
              <a:xfrm rot="1106399">
                <a:off x="4108638" y="179663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>
                <a:spLocks noChangeAspect="1"/>
              </p:cNvSpPr>
              <p:nvPr/>
            </p:nvSpPr>
            <p:spPr>
              <a:xfrm rot="1106399">
                <a:off x="4325500" y="186893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/>
              <p:cNvSpPr>
                <a:spLocks noChangeAspect="1"/>
              </p:cNvSpPr>
              <p:nvPr/>
            </p:nvSpPr>
            <p:spPr>
              <a:xfrm rot="1106399">
                <a:off x="3602604" y="186887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/>
              <p:cNvSpPr>
                <a:spLocks noChangeAspect="1"/>
              </p:cNvSpPr>
              <p:nvPr/>
            </p:nvSpPr>
            <p:spPr>
              <a:xfrm rot="1106399">
                <a:off x="3819466" y="194118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/>
              <p:cNvSpPr>
                <a:spLocks noChangeAspect="1"/>
              </p:cNvSpPr>
              <p:nvPr/>
            </p:nvSpPr>
            <p:spPr>
              <a:xfrm rot="1106399">
                <a:off x="3530295" y="208573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/>
              <p:cNvSpPr>
                <a:spLocks noChangeAspect="1"/>
              </p:cNvSpPr>
              <p:nvPr/>
            </p:nvSpPr>
            <p:spPr>
              <a:xfrm rot="1106399">
                <a:off x="3747158" y="215804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/>
              <p:cNvSpPr>
                <a:spLocks noChangeAspect="1"/>
              </p:cNvSpPr>
              <p:nvPr/>
            </p:nvSpPr>
            <p:spPr>
              <a:xfrm rot="1106399">
                <a:off x="4036329" y="201349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/>
              <p:cNvSpPr>
                <a:spLocks noChangeAspect="1"/>
              </p:cNvSpPr>
              <p:nvPr/>
            </p:nvSpPr>
            <p:spPr>
              <a:xfrm rot="1106399">
                <a:off x="4253192" y="208580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>
                <a:spLocks noChangeAspect="1"/>
              </p:cNvSpPr>
              <p:nvPr/>
            </p:nvSpPr>
            <p:spPr>
              <a:xfrm rot="1106399">
                <a:off x="3964020" y="223035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>
                <a:spLocks noChangeAspect="1"/>
              </p:cNvSpPr>
              <p:nvPr/>
            </p:nvSpPr>
            <p:spPr>
              <a:xfrm rot="1106399">
                <a:off x="4180883" y="230266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>
                <a:spLocks noChangeAspect="1"/>
              </p:cNvSpPr>
              <p:nvPr/>
            </p:nvSpPr>
            <p:spPr>
              <a:xfrm rot="1106399">
                <a:off x="2590536" y="201336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>
                <a:spLocks noChangeAspect="1"/>
              </p:cNvSpPr>
              <p:nvPr/>
            </p:nvSpPr>
            <p:spPr>
              <a:xfrm rot="1106399">
                <a:off x="2807398" y="208567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/>
              <p:cNvSpPr>
                <a:spLocks noChangeAspect="1"/>
              </p:cNvSpPr>
              <p:nvPr/>
            </p:nvSpPr>
            <p:spPr>
              <a:xfrm rot="1106399">
                <a:off x="2518227" y="223022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/>
              <p:cNvSpPr>
                <a:spLocks noChangeAspect="1"/>
              </p:cNvSpPr>
              <p:nvPr/>
            </p:nvSpPr>
            <p:spPr>
              <a:xfrm rot="1106399">
                <a:off x="2735090" y="230253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>
                <a:spLocks noChangeAspect="1"/>
              </p:cNvSpPr>
              <p:nvPr/>
            </p:nvSpPr>
            <p:spPr>
              <a:xfrm rot="1106399">
                <a:off x="3024261" y="215798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 rot="1106399">
                <a:off x="3241124" y="223029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 rot="1106399">
                <a:off x="2951952" y="237484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 rot="1106399">
                <a:off x="3168815" y="244715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 rot="1106399">
                <a:off x="2445918" y="244709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/>
              <p:cNvSpPr>
                <a:spLocks noChangeAspect="1"/>
              </p:cNvSpPr>
              <p:nvPr/>
            </p:nvSpPr>
            <p:spPr>
              <a:xfrm rot="1106399">
                <a:off x="2662781" y="251939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/>
              <p:cNvSpPr>
                <a:spLocks noChangeAspect="1"/>
              </p:cNvSpPr>
              <p:nvPr/>
            </p:nvSpPr>
            <p:spPr>
              <a:xfrm rot="1106399">
                <a:off x="2373609" y="266395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/>
              <p:cNvSpPr>
                <a:spLocks noChangeAspect="1"/>
              </p:cNvSpPr>
              <p:nvPr/>
            </p:nvSpPr>
            <p:spPr>
              <a:xfrm rot="1106399">
                <a:off x="2590472" y="273626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>
                <a:spLocks noChangeAspect="1"/>
              </p:cNvSpPr>
              <p:nvPr/>
            </p:nvSpPr>
            <p:spPr>
              <a:xfrm rot="1106399">
                <a:off x="2879644" y="259170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>
                <a:spLocks noChangeAspect="1"/>
              </p:cNvSpPr>
              <p:nvPr/>
            </p:nvSpPr>
            <p:spPr>
              <a:xfrm rot="1106399">
                <a:off x="3096506" y="266401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>
                <a:spLocks noChangeAspect="1"/>
              </p:cNvSpPr>
              <p:nvPr/>
            </p:nvSpPr>
            <p:spPr>
              <a:xfrm rot="1106399">
                <a:off x="2807335" y="2808571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>
                <a:spLocks noChangeAspect="1"/>
              </p:cNvSpPr>
              <p:nvPr/>
            </p:nvSpPr>
            <p:spPr>
              <a:xfrm rot="1106399">
                <a:off x="3024197" y="288087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>
                <a:spLocks noChangeAspect="1"/>
              </p:cNvSpPr>
              <p:nvPr/>
            </p:nvSpPr>
            <p:spPr>
              <a:xfrm rot="1106399">
                <a:off x="3457986" y="230260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/>
              <p:cNvSpPr>
                <a:spLocks noChangeAspect="1"/>
              </p:cNvSpPr>
              <p:nvPr/>
            </p:nvSpPr>
            <p:spPr>
              <a:xfrm rot="1106399">
                <a:off x="3674849" y="237490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>
                <a:spLocks noChangeAspect="1"/>
              </p:cNvSpPr>
              <p:nvPr/>
            </p:nvSpPr>
            <p:spPr>
              <a:xfrm rot="1106399">
                <a:off x="3385678" y="251946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/>
              <p:cNvSpPr>
                <a:spLocks noChangeAspect="1"/>
              </p:cNvSpPr>
              <p:nvPr/>
            </p:nvSpPr>
            <p:spPr>
              <a:xfrm rot="1106399">
                <a:off x="3602540" y="259177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>
                <a:spLocks noChangeAspect="1"/>
              </p:cNvSpPr>
              <p:nvPr/>
            </p:nvSpPr>
            <p:spPr>
              <a:xfrm rot="1106399">
                <a:off x="3891712" y="244721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>
                <a:spLocks noChangeAspect="1"/>
              </p:cNvSpPr>
              <p:nvPr/>
            </p:nvSpPr>
            <p:spPr>
              <a:xfrm rot="1106399">
                <a:off x="4108574" y="251952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>
                <a:spLocks noChangeAspect="1"/>
              </p:cNvSpPr>
              <p:nvPr/>
            </p:nvSpPr>
            <p:spPr>
              <a:xfrm rot="1106399">
                <a:off x="3819403" y="2664080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/>
              <p:cNvSpPr>
                <a:spLocks noChangeAspect="1"/>
              </p:cNvSpPr>
              <p:nvPr/>
            </p:nvSpPr>
            <p:spPr>
              <a:xfrm rot="1106399">
                <a:off x="4036265" y="2736389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/>
              <p:cNvSpPr>
                <a:spLocks noChangeAspect="1"/>
              </p:cNvSpPr>
              <p:nvPr/>
            </p:nvSpPr>
            <p:spPr>
              <a:xfrm rot="1106399">
                <a:off x="3313369" y="2736325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/>
              <p:cNvSpPr>
                <a:spLocks noChangeAspect="1"/>
              </p:cNvSpPr>
              <p:nvPr/>
            </p:nvSpPr>
            <p:spPr>
              <a:xfrm rot="1106399">
                <a:off x="3530231" y="280863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/>
              <p:cNvSpPr>
                <a:spLocks noChangeAspect="1"/>
              </p:cNvSpPr>
              <p:nvPr/>
            </p:nvSpPr>
            <p:spPr>
              <a:xfrm rot="1106399">
                <a:off x="3241060" y="2953188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/>
              <p:cNvSpPr>
                <a:spLocks noChangeAspect="1"/>
              </p:cNvSpPr>
              <p:nvPr/>
            </p:nvSpPr>
            <p:spPr>
              <a:xfrm rot="1106399">
                <a:off x="3457923" y="3025497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/>
              <p:cNvSpPr>
                <a:spLocks noChangeAspect="1"/>
              </p:cNvSpPr>
              <p:nvPr/>
            </p:nvSpPr>
            <p:spPr>
              <a:xfrm rot="1106399">
                <a:off x="3747094" y="2880943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>
                <a:spLocks noChangeAspect="1"/>
              </p:cNvSpPr>
              <p:nvPr/>
            </p:nvSpPr>
            <p:spPr>
              <a:xfrm rot="1106399">
                <a:off x="3963957" y="2953252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/>
              <p:cNvSpPr>
                <a:spLocks noChangeAspect="1"/>
              </p:cNvSpPr>
              <p:nvPr/>
            </p:nvSpPr>
            <p:spPr>
              <a:xfrm rot="1106399">
                <a:off x="3674785" y="3097806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>
                <a:spLocks noChangeAspect="1"/>
              </p:cNvSpPr>
              <p:nvPr/>
            </p:nvSpPr>
            <p:spPr>
              <a:xfrm rot="1106399">
                <a:off x="3891648" y="3170114"/>
                <a:ext cx="9144" cy="9144"/>
              </a:xfrm>
              <a:prstGeom prst="rect">
                <a:avLst/>
              </a:prstGeom>
              <a:grp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1478943" y="1957347"/>
              <a:ext cx="1107273" cy="1802421"/>
              <a:chOff x="1478943" y="1957347"/>
              <a:chExt cx="1107273" cy="1802421"/>
            </a:xfrm>
          </p:grpSpPr>
          <p:cxnSp>
            <p:nvCxnSpPr>
              <p:cNvPr id="7" name="Straight Connector 6"/>
              <p:cNvCxnSpPr>
                <a:cxnSpLocks/>
              </p:cNvCxnSpPr>
              <p:nvPr/>
            </p:nvCxnSpPr>
            <p:spPr>
              <a:xfrm>
                <a:off x="1676400" y="1957347"/>
                <a:ext cx="909816" cy="1802421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Freeform 7"/>
              <p:cNvSpPr/>
              <p:nvPr/>
            </p:nvSpPr>
            <p:spPr>
              <a:xfrm>
                <a:off x="1478943" y="2464904"/>
                <a:ext cx="914400" cy="691764"/>
              </a:xfrm>
              <a:custGeom>
                <a:avLst/>
                <a:gdLst>
                  <a:gd name="connsiteX0" fmla="*/ 0 w 914400"/>
                  <a:gd name="connsiteY0" fmla="*/ 691764 h 691764"/>
                  <a:gd name="connsiteX1" fmla="*/ 914400 w 914400"/>
                  <a:gd name="connsiteY1" fmla="*/ 230588 h 691764"/>
                  <a:gd name="connsiteX2" fmla="*/ 453224 w 914400"/>
                  <a:gd name="connsiteY2" fmla="*/ 0 h 691764"/>
                  <a:gd name="connsiteX3" fmla="*/ 0 w 914400"/>
                  <a:gd name="connsiteY3" fmla="*/ 691764 h 691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400" h="691764">
                    <a:moveTo>
                      <a:pt x="0" y="691764"/>
                    </a:moveTo>
                    <a:lnTo>
                      <a:pt x="914400" y="230588"/>
                    </a:lnTo>
                    <a:lnTo>
                      <a:pt x="453224" y="0"/>
                    </a:lnTo>
                    <a:lnTo>
                      <a:pt x="0" y="691764"/>
                    </a:ln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030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685800" y="-409494"/>
            <a:ext cx="3667901" cy="3381294"/>
            <a:chOff x="3350450" y="1266906"/>
            <a:chExt cx="3667901" cy="3381294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3581400" y="173002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589351" y="18367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597302" y="1941445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581400" y="203354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3589351" y="2140276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3597302" y="2244970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3589351" y="2349608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3597302" y="245633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3605253" y="256103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3617845" y="2651098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3625796" y="275782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3633747" y="286252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3637057" y="2957173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3645008" y="306390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652959" y="3168596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3646339" y="3269924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3654290" y="3376653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3662241" y="348134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3686094" y="3566773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3694045" y="367350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3701996" y="3778196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3733800" y="3887475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5400000">
              <a:off x="2582849" y="2971800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>
              <a:off x="2690853" y="29797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rot="5400000">
              <a:off x="2795547" y="298770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5400000">
              <a:off x="2895600" y="29797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5400000">
              <a:off x="2992343" y="2963849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5400000">
              <a:off x="3100347" y="2971800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5400000">
              <a:off x="3205041" y="29797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rot="5400000">
              <a:off x="3305094" y="2971800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rot="5400000">
              <a:off x="3405147" y="29797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rot="5400000">
              <a:off x="3513151" y="298770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rot="5400000">
              <a:off x="3617845" y="2995653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 rot="5400000">
              <a:off x="3717898" y="298770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5400000">
              <a:off x="3810000" y="3016196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>
              <a:off x="3918004" y="302414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5400000">
              <a:off x="4022698" y="3032098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rot="5400000">
              <a:off x="4122751" y="302414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rot="5400000">
              <a:off x="4219494" y="3048000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rot="5400000">
              <a:off x="4327498" y="30559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rot="5400000">
              <a:off x="4432192" y="3063902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rot="5400000">
              <a:off x="4532245" y="3055951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 rot="5400000">
              <a:off x="4627657" y="3019506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 rot="5400000">
              <a:off x="4735661" y="3027457"/>
              <a:ext cx="3048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117"/>
            <p:cNvSpPr/>
            <p:nvPr/>
          </p:nvSpPr>
          <p:spPr>
            <a:xfrm>
              <a:off x="3709947" y="1266906"/>
              <a:ext cx="2932045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3741751" y="3902102"/>
              <a:ext cx="2932045" cy="7460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3350450" y="1443159"/>
              <a:ext cx="756399" cy="2695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6261952" y="1492196"/>
              <a:ext cx="756399" cy="2695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2" name="Group 121"/>
            <p:cNvGrpSpPr/>
            <p:nvPr/>
          </p:nvGrpSpPr>
          <p:grpSpPr>
            <a:xfrm rot="1604122">
              <a:off x="4171174" y="1792559"/>
              <a:ext cx="2033344" cy="2033343"/>
              <a:chOff x="1033949" y="1795949"/>
              <a:chExt cx="2033344" cy="2033343"/>
            </a:xfrm>
          </p:grpSpPr>
          <p:grpSp>
            <p:nvGrpSpPr>
              <p:cNvPr id="123" name="Group 122"/>
              <p:cNvGrpSpPr/>
              <p:nvPr/>
            </p:nvGrpSpPr>
            <p:grpSpPr>
              <a:xfrm rot="20479833">
                <a:off x="1033949" y="1795949"/>
                <a:ext cx="2033344" cy="2033343"/>
                <a:chOff x="2373609" y="1145915"/>
                <a:chExt cx="2033344" cy="2033343"/>
              </a:xfrm>
              <a:solidFill>
                <a:srgbClr val="FF0000"/>
              </a:solidFill>
            </p:grpSpPr>
            <p:sp>
              <p:nvSpPr>
                <p:cNvPr id="127" name="Rectangle 126"/>
                <p:cNvSpPr>
                  <a:spLocks noChangeAspect="1"/>
                </p:cNvSpPr>
                <p:nvPr/>
              </p:nvSpPr>
              <p:spPr>
                <a:xfrm rot="1106399">
                  <a:off x="2879771" y="114591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/>
                <p:cNvSpPr>
                  <a:spLocks noChangeAspect="1"/>
                </p:cNvSpPr>
                <p:nvPr/>
              </p:nvSpPr>
              <p:spPr>
                <a:xfrm rot="1106399">
                  <a:off x="3096633" y="1218223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/>
                <p:cNvSpPr>
                  <a:spLocks noChangeAspect="1"/>
                </p:cNvSpPr>
                <p:nvPr/>
              </p:nvSpPr>
              <p:spPr>
                <a:xfrm rot="1106399">
                  <a:off x="2807462" y="1362777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/>
                <p:cNvSpPr>
                  <a:spLocks noChangeAspect="1"/>
                </p:cNvSpPr>
                <p:nvPr/>
              </p:nvSpPr>
              <p:spPr>
                <a:xfrm rot="1106399">
                  <a:off x="3024324" y="1435086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/>
                <p:cNvSpPr>
                  <a:spLocks noChangeAspect="1"/>
                </p:cNvSpPr>
                <p:nvPr/>
              </p:nvSpPr>
              <p:spPr>
                <a:xfrm rot="1106399">
                  <a:off x="3313496" y="1290532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 131"/>
                <p:cNvSpPr>
                  <a:spLocks noChangeAspect="1"/>
                </p:cNvSpPr>
                <p:nvPr/>
              </p:nvSpPr>
              <p:spPr>
                <a:xfrm rot="1106399">
                  <a:off x="3530359" y="136284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 132"/>
                <p:cNvSpPr>
                  <a:spLocks noChangeAspect="1"/>
                </p:cNvSpPr>
                <p:nvPr/>
              </p:nvSpPr>
              <p:spPr>
                <a:xfrm rot="1106399">
                  <a:off x="3241187" y="150739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Rectangle 133"/>
                <p:cNvSpPr>
                  <a:spLocks noChangeAspect="1"/>
                </p:cNvSpPr>
                <p:nvPr/>
              </p:nvSpPr>
              <p:spPr>
                <a:xfrm rot="1106399">
                  <a:off x="3458050" y="157970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Rectangle 134"/>
                <p:cNvSpPr>
                  <a:spLocks noChangeAspect="1"/>
                </p:cNvSpPr>
                <p:nvPr/>
              </p:nvSpPr>
              <p:spPr>
                <a:xfrm rot="1106399">
                  <a:off x="2735153" y="1579640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Rectangle 135"/>
                <p:cNvSpPr>
                  <a:spLocks noChangeAspect="1"/>
                </p:cNvSpPr>
                <p:nvPr/>
              </p:nvSpPr>
              <p:spPr>
                <a:xfrm rot="1106399">
                  <a:off x="2952016" y="1651949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Rectangle 136"/>
                <p:cNvSpPr>
                  <a:spLocks noChangeAspect="1"/>
                </p:cNvSpPr>
                <p:nvPr/>
              </p:nvSpPr>
              <p:spPr>
                <a:xfrm rot="1106399">
                  <a:off x="2662844" y="1796503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37"/>
                <p:cNvSpPr>
                  <a:spLocks noChangeAspect="1"/>
                </p:cNvSpPr>
                <p:nvPr/>
              </p:nvSpPr>
              <p:spPr>
                <a:xfrm rot="1106399">
                  <a:off x="2879707" y="186881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 138"/>
                <p:cNvSpPr>
                  <a:spLocks noChangeAspect="1"/>
                </p:cNvSpPr>
                <p:nvPr/>
              </p:nvSpPr>
              <p:spPr>
                <a:xfrm rot="1106399">
                  <a:off x="3168878" y="1724257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/>
                <p:cNvSpPr>
                  <a:spLocks noChangeAspect="1"/>
                </p:cNvSpPr>
                <p:nvPr/>
              </p:nvSpPr>
              <p:spPr>
                <a:xfrm rot="1106399">
                  <a:off x="3385741" y="1796566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/>
                <p:cNvSpPr>
                  <a:spLocks noChangeAspect="1"/>
                </p:cNvSpPr>
                <p:nvPr/>
              </p:nvSpPr>
              <p:spPr>
                <a:xfrm rot="1106399">
                  <a:off x="3096570" y="1941120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 141"/>
                <p:cNvSpPr>
                  <a:spLocks noChangeAspect="1"/>
                </p:cNvSpPr>
                <p:nvPr/>
              </p:nvSpPr>
              <p:spPr>
                <a:xfrm rot="1106399">
                  <a:off x="3313432" y="2013429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/>
                <p:cNvSpPr>
                  <a:spLocks noChangeAspect="1"/>
                </p:cNvSpPr>
                <p:nvPr/>
              </p:nvSpPr>
              <p:spPr>
                <a:xfrm rot="1106399">
                  <a:off x="3747221" y="1435150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/>
                <p:cNvSpPr>
                  <a:spLocks noChangeAspect="1"/>
                </p:cNvSpPr>
                <p:nvPr/>
              </p:nvSpPr>
              <p:spPr>
                <a:xfrm rot="1106399">
                  <a:off x="3964084" y="150745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/>
                <p:cNvSpPr>
                  <a:spLocks noChangeAspect="1"/>
                </p:cNvSpPr>
                <p:nvPr/>
              </p:nvSpPr>
              <p:spPr>
                <a:xfrm rot="1106399">
                  <a:off x="3674912" y="1652012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 145"/>
                <p:cNvSpPr>
                  <a:spLocks noChangeAspect="1"/>
                </p:cNvSpPr>
                <p:nvPr/>
              </p:nvSpPr>
              <p:spPr>
                <a:xfrm rot="1106399">
                  <a:off x="3891775" y="172432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146"/>
                <p:cNvSpPr>
                  <a:spLocks noChangeAspect="1"/>
                </p:cNvSpPr>
                <p:nvPr/>
              </p:nvSpPr>
              <p:spPr>
                <a:xfrm rot="1106399">
                  <a:off x="4180946" y="1579767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/>
                <p:cNvSpPr>
                  <a:spLocks noChangeAspect="1"/>
                </p:cNvSpPr>
                <p:nvPr/>
              </p:nvSpPr>
              <p:spPr>
                <a:xfrm rot="1106399">
                  <a:off x="4397809" y="1652076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/>
                <p:cNvSpPr>
                  <a:spLocks noChangeAspect="1"/>
                </p:cNvSpPr>
                <p:nvPr/>
              </p:nvSpPr>
              <p:spPr>
                <a:xfrm rot="1106399">
                  <a:off x="4108638" y="1796630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/>
                <p:cNvSpPr>
                  <a:spLocks noChangeAspect="1"/>
                </p:cNvSpPr>
                <p:nvPr/>
              </p:nvSpPr>
              <p:spPr>
                <a:xfrm rot="1106399">
                  <a:off x="4325500" y="186893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" name="Rectangle 150"/>
                <p:cNvSpPr>
                  <a:spLocks noChangeAspect="1"/>
                </p:cNvSpPr>
                <p:nvPr/>
              </p:nvSpPr>
              <p:spPr>
                <a:xfrm rot="1106399">
                  <a:off x="3602604" y="186887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/>
                <p:cNvSpPr>
                  <a:spLocks noChangeAspect="1"/>
                </p:cNvSpPr>
                <p:nvPr/>
              </p:nvSpPr>
              <p:spPr>
                <a:xfrm rot="1106399">
                  <a:off x="3819466" y="194118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 152"/>
                <p:cNvSpPr>
                  <a:spLocks noChangeAspect="1"/>
                </p:cNvSpPr>
                <p:nvPr/>
              </p:nvSpPr>
              <p:spPr>
                <a:xfrm rot="1106399">
                  <a:off x="3530295" y="208573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/>
                <p:cNvSpPr>
                  <a:spLocks noChangeAspect="1"/>
                </p:cNvSpPr>
                <p:nvPr/>
              </p:nvSpPr>
              <p:spPr>
                <a:xfrm rot="1106399">
                  <a:off x="3747158" y="2158046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154"/>
                <p:cNvSpPr>
                  <a:spLocks noChangeAspect="1"/>
                </p:cNvSpPr>
                <p:nvPr/>
              </p:nvSpPr>
              <p:spPr>
                <a:xfrm rot="1106399">
                  <a:off x="4036329" y="2013492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155"/>
                <p:cNvSpPr>
                  <a:spLocks noChangeAspect="1"/>
                </p:cNvSpPr>
                <p:nvPr/>
              </p:nvSpPr>
              <p:spPr>
                <a:xfrm rot="1106399">
                  <a:off x="4253192" y="208580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156"/>
                <p:cNvSpPr>
                  <a:spLocks noChangeAspect="1"/>
                </p:cNvSpPr>
                <p:nvPr/>
              </p:nvSpPr>
              <p:spPr>
                <a:xfrm rot="1106399">
                  <a:off x="3964020" y="223035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Rectangle 157"/>
                <p:cNvSpPr>
                  <a:spLocks noChangeAspect="1"/>
                </p:cNvSpPr>
                <p:nvPr/>
              </p:nvSpPr>
              <p:spPr>
                <a:xfrm rot="1106399">
                  <a:off x="4180883" y="230266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/>
                <p:cNvSpPr>
                  <a:spLocks noChangeAspect="1"/>
                </p:cNvSpPr>
                <p:nvPr/>
              </p:nvSpPr>
              <p:spPr>
                <a:xfrm rot="1106399">
                  <a:off x="2590536" y="201336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/>
                <p:cNvSpPr>
                  <a:spLocks noChangeAspect="1"/>
                </p:cNvSpPr>
                <p:nvPr/>
              </p:nvSpPr>
              <p:spPr>
                <a:xfrm rot="1106399">
                  <a:off x="2807398" y="208567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160"/>
                <p:cNvSpPr>
                  <a:spLocks noChangeAspect="1"/>
                </p:cNvSpPr>
                <p:nvPr/>
              </p:nvSpPr>
              <p:spPr>
                <a:xfrm rot="1106399">
                  <a:off x="2518227" y="223022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 161"/>
                <p:cNvSpPr>
                  <a:spLocks noChangeAspect="1"/>
                </p:cNvSpPr>
                <p:nvPr/>
              </p:nvSpPr>
              <p:spPr>
                <a:xfrm rot="1106399">
                  <a:off x="2735090" y="2302537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 162"/>
                <p:cNvSpPr>
                  <a:spLocks noChangeAspect="1"/>
                </p:cNvSpPr>
                <p:nvPr/>
              </p:nvSpPr>
              <p:spPr>
                <a:xfrm rot="1106399">
                  <a:off x="3024261" y="2157983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 163"/>
                <p:cNvSpPr>
                  <a:spLocks noChangeAspect="1"/>
                </p:cNvSpPr>
                <p:nvPr/>
              </p:nvSpPr>
              <p:spPr>
                <a:xfrm rot="1106399">
                  <a:off x="3241124" y="223029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 164"/>
                <p:cNvSpPr>
                  <a:spLocks noChangeAspect="1"/>
                </p:cNvSpPr>
                <p:nvPr/>
              </p:nvSpPr>
              <p:spPr>
                <a:xfrm rot="1106399">
                  <a:off x="2951952" y="237484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Rectangle 165"/>
                <p:cNvSpPr>
                  <a:spLocks noChangeAspect="1"/>
                </p:cNvSpPr>
                <p:nvPr/>
              </p:nvSpPr>
              <p:spPr>
                <a:xfrm rot="1106399">
                  <a:off x="3168815" y="244715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 166"/>
                <p:cNvSpPr>
                  <a:spLocks noChangeAspect="1"/>
                </p:cNvSpPr>
                <p:nvPr/>
              </p:nvSpPr>
              <p:spPr>
                <a:xfrm rot="1106399">
                  <a:off x="2445918" y="244709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 167"/>
                <p:cNvSpPr>
                  <a:spLocks noChangeAspect="1"/>
                </p:cNvSpPr>
                <p:nvPr/>
              </p:nvSpPr>
              <p:spPr>
                <a:xfrm rot="1106399">
                  <a:off x="2662781" y="2519399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 168"/>
                <p:cNvSpPr>
                  <a:spLocks noChangeAspect="1"/>
                </p:cNvSpPr>
                <p:nvPr/>
              </p:nvSpPr>
              <p:spPr>
                <a:xfrm rot="1106399">
                  <a:off x="2373609" y="2663953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/>
                <p:cNvSpPr>
                  <a:spLocks noChangeAspect="1"/>
                </p:cNvSpPr>
                <p:nvPr/>
              </p:nvSpPr>
              <p:spPr>
                <a:xfrm rot="1106399">
                  <a:off x="2590472" y="2736262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/>
                <p:cNvSpPr>
                  <a:spLocks noChangeAspect="1"/>
                </p:cNvSpPr>
                <p:nvPr/>
              </p:nvSpPr>
              <p:spPr>
                <a:xfrm rot="1106399">
                  <a:off x="2879644" y="259170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171"/>
                <p:cNvSpPr>
                  <a:spLocks noChangeAspect="1"/>
                </p:cNvSpPr>
                <p:nvPr/>
              </p:nvSpPr>
              <p:spPr>
                <a:xfrm rot="1106399">
                  <a:off x="3096506" y="2664017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 172"/>
                <p:cNvSpPr>
                  <a:spLocks noChangeAspect="1"/>
                </p:cNvSpPr>
                <p:nvPr/>
              </p:nvSpPr>
              <p:spPr>
                <a:xfrm rot="1106399">
                  <a:off x="2807335" y="2808571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Rectangle 173"/>
                <p:cNvSpPr>
                  <a:spLocks noChangeAspect="1"/>
                </p:cNvSpPr>
                <p:nvPr/>
              </p:nvSpPr>
              <p:spPr>
                <a:xfrm rot="1106399">
                  <a:off x="3024197" y="2880879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Rectangle 174"/>
                <p:cNvSpPr>
                  <a:spLocks noChangeAspect="1"/>
                </p:cNvSpPr>
                <p:nvPr/>
              </p:nvSpPr>
              <p:spPr>
                <a:xfrm rot="1106399">
                  <a:off x="3457986" y="2302600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Rectangle 175"/>
                <p:cNvSpPr>
                  <a:spLocks noChangeAspect="1"/>
                </p:cNvSpPr>
                <p:nvPr/>
              </p:nvSpPr>
              <p:spPr>
                <a:xfrm rot="1106399">
                  <a:off x="3674849" y="2374909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Rectangle 176"/>
                <p:cNvSpPr>
                  <a:spLocks noChangeAspect="1"/>
                </p:cNvSpPr>
                <p:nvPr/>
              </p:nvSpPr>
              <p:spPr>
                <a:xfrm rot="1106399">
                  <a:off x="3385678" y="2519463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Rectangle 177"/>
                <p:cNvSpPr>
                  <a:spLocks noChangeAspect="1"/>
                </p:cNvSpPr>
                <p:nvPr/>
              </p:nvSpPr>
              <p:spPr>
                <a:xfrm rot="1106399">
                  <a:off x="3602540" y="2591772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/>
                <p:cNvSpPr>
                  <a:spLocks noChangeAspect="1"/>
                </p:cNvSpPr>
                <p:nvPr/>
              </p:nvSpPr>
              <p:spPr>
                <a:xfrm rot="1106399">
                  <a:off x="3891712" y="244721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/>
                <p:cNvSpPr>
                  <a:spLocks noChangeAspect="1"/>
                </p:cNvSpPr>
                <p:nvPr/>
              </p:nvSpPr>
              <p:spPr>
                <a:xfrm rot="1106399">
                  <a:off x="4108574" y="2519526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/>
                <p:cNvSpPr>
                  <a:spLocks noChangeAspect="1"/>
                </p:cNvSpPr>
                <p:nvPr/>
              </p:nvSpPr>
              <p:spPr>
                <a:xfrm rot="1106399">
                  <a:off x="3819403" y="2664080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 181"/>
                <p:cNvSpPr>
                  <a:spLocks noChangeAspect="1"/>
                </p:cNvSpPr>
                <p:nvPr/>
              </p:nvSpPr>
              <p:spPr>
                <a:xfrm rot="1106399">
                  <a:off x="4036265" y="2736389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 182"/>
                <p:cNvSpPr>
                  <a:spLocks noChangeAspect="1"/>
                </p:cNvSpPr>
                <p:nvPr/>
              </p:nvSpPr>
              <p:spPr>
                <a:xfrm rot="1106399">
                  <a:off x="3313369" y="2736325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 183"/>
                <p:cNvSpPr>
                  <a:spLocks noChangeAspect="1"/>
                </p:cNvSpPr>
                <p:nvPr/>
              </p:nvSpPr>
              <p:spPr>
                <a:xfrm rot="1106399">
                  <a:off x="3530231" y="280863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Rectangle 184"/>
                <p:cNvSpPr>
                  <a:spLocks noChangeAspect="1"/>
                </p:cNvSpPr>
                <p:nvPr/>
              </p:nvSpPr>
              <p:spPr>
                <a:xfrm rot="1106399">
                  <a:off x="3241060" y="2953188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Rectangle 185"/>
                <p:cNvSpPr>
                  <a:spLocks noChangeAspect="1"/>
                </p:cNvSpPr>
                <p:nvPr/>
              </p:nvSpPr>
              <p:spPr>
                <a:xfrm rot="1106399">
                  <a:off x="3457923" y="3025497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" name="Rectangle 186"/>
                <p:cNvSpPr>
                  <a:spLocks noChangeAspect="1"/>
                </p:cNvSpPr>
                <p:nvPr/>
              </p:nvSpPr>
              <p:spPr>
                <a:xfrm rot="1106399">
                  <a:off x="3747094" y="2880943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" name="Rectangle 187"/>
                <p:cNvSpPr>
                  <a:spLocks noChangeAspect="1"/>
                </p:cNvSpPr>
                <p:nvPr/>
              </p:nvSpPr>
              <p:spPr>
                <a:xfrm rot="1106399">
                  <a:off x="3963957" y="2953252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Rectangle 188"/>
                <p:cNvSpPr>
                  <a:spLocks noChangeAspect="1"/>
                </p:cNvSpPr>
                <p:nvPr/>
              </p:nvSpPr>
              <p:spPr>
                <a:xfrm rot="1106399">
                  <a:off x="3674785" y="3097806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" name="Rectangle 189"/>
                <p:cNvSpPr>
                  <a:spLocks noChangeAspect="1"/>
                </p:cNvSpPr>
                <p:nvPr/>
              </p:nvSpPr>
              <p:spPr>
                <a:xfrm rot="1106399">
                  <a:off x="3891648" y="3170114"/>
                  <a:ext cx="9144" cy="9144"/>
                </a:xfrm>
                <a:prstGeom prst="rect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" name="Group 123"/>
              <p:cNvGrpSpPr/>
              <p:nvPr/>
            </p:nvGrpSpPr>
            <p:grpSpPr>
              <a:xfrm>
                <a:off x="1478943" y="1957347"/>
                <a:ext cx="1107273" cy="1802421"/>
                <a:chOff x="1478943" y="1957347"/>
                <a:chExt cx="1107273" cy="1802421"/>
              </a:xfrm>
            </p:grpSpPr>
            <p:cxnSp>
              <p:nvCxnSpPr>
                <p:cNvPr id="125" name="Straight Connector 124"/>
                <p:cNvCxnSpPr>
                  <a:cxnSpLocks/>
                </p:cNvCxnSpPr>
                <p:nvPr/>
              </p:nvCxnSpPr>
              <p:spPr>
                <a:xfrm>
                  <a:off x="1676400" y="1957347"/>
                  <a:ext cx="909816" cy="180242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6" name="Freeform 125"/>
                <p:cNvSpPr/>
                <p:nvPr/>
              </p:nvSpPr>
              <p:spPr>
                <a:xfrm>
                  <a:off x="1478943" y="2464904"/>
                  <a:ext cx="914400" cy="691764"/>
                </a:xfrm>
                <a:custGeom>
                  <a:avLst/>
                  <a:gdLst>
                    <a:gd name="connsiteX0" fmla="*/ 0 w 914400"/>
                    <a:gd name="connsiteY0" fmla="*/ 691764 h 691764"/>
                    <a:gd name="connsiteX1" fmla="*/ 914400 w 914400"/>
                    <a:gd name="connsiteY1" fmla="*/ 230588 h 691764"/>
                    <a:gd name="connsiteX2" fmla="*/ 453224 w 914400"/>
                    <a:gd name="connsiteY2" fmla="*/ 0 h 691764"/>
                    <a:gd name="connsiteX3" fmla="*/ 0 w 914400"/>
                    <a:gd name="connsiteY3" fmla="*/ 691764 h 691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4400" h="691764">
                      <a:moveTo>
                        <a:pt x="0" y="691764"/>
                      </a:moveTo>
                      <a:lnTo>
                        <a:pt x="914400" y="230588"/>
                      </a:lnTo>
                      <a:lnTo>
                        <a:pt x="453224" y="0"/>
                      </a:lnTo>
                      <a:lnTo>
                        <a:pt x="0" y="691764"/>
                      </a:lnTo>
                      <a:close/>
                    </a:path>
                  </a:pathLst>
                </a:cu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1695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" name="Straight Connector 191"/>
          <p:cNvCxnSpPr/>
          <p:nvPr/>
        </p:nvCxnSpPr>
        <p:spPr>
          <a:xfrm>
            <a:off x="530683" y="635282"/>
            <a:ext cx="62607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/>
          <p:nvPr/>
        </p:nvCxnSpPr>
        <p:spPr>
          <a:xfrm>
            <a:off x="663139" y="883252"/>
            <a:ext cx="1381827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/>
          <p:cNvCxnSpPr/>
          <p:nvPr/>
        </p:nvCxnSpPr>
        <p:spPr>
          <a:xfrm>
            <a:off x="809913" y="1177456"/>
            <a:ext cx="13941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/>
          <p:nvPr/>
        </p:nvCxnSpPr>
        <p:spPr>
          <a:xfrm>
            <a:off x="869974" y="1346043"/>
            <a:ext cx="125792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>
            <a:off x="439198" y="1626339"/>
            <a:ext cx="153238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82802" y="1861622"/>
            <a:ext cx="105606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/>
          <p:cNvCxnSpPr/>
          <p:nvPr/>
        </p:nvCxnSpPr>
        <p:spPr>
          <a:xfrm>
            <a:off x="663139" y="635282"/>
            <a:ext cx="0" cy="2500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/>
          <p:cNvCxnSpPr/>
          <p:nvPr/>
        </p:nvCxnSpPr>
        <p:spPr>
          <a:xfrm>
            <a:off x="1156762" y="635282"/>
            <a:ext cx="0" cy="2479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/>
          <p:cNvCxnSpPr/>
          <p:nvPr/>
        </p:nvCxnSpPr>
        <p:spPr>
          <a:xfrm flipH="1">
            <a:off x="800366" y="885296"/>
            <a:ext cx="1" cy="2872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2038206" y="883252"/>
            <a:ext cx="0" cy="2921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/>
          <p:cNvCxnSpPr/>
          <p:nvPr/>
        </p:nvCxnSpPr>
        <p:spPr>
          <a:xfrm>
            <a:off x="2107813" y="1172546"/>
            <a:ext cx="0" cy="1734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/>
          <p:nvPr/>
        </p:nvCxnSpPr>
        <p:spPr>
          <a:xfrm>
            <a:off x="872760" y="1175412"/>
            <a:ext cx="1" cy="45092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/>
          <p:nvPr/>
        </p:nvCxnSpPr>
        <p:spPr>
          <a:xfrm>
            <a:off x="1958253" y="1346043"/>
            <a:ext cx="0" cy="2872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>
            <a:off x="443971" y="1623473"/>
            <a:ext cx="0" cy="2381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>
            <a:off x="1108234" y="1626339"/>
            <a:ext cx="0" cy="2373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Freeform 197"/>
          <p:cNvSpPr/>
          <p:nvPr/>
        </p:nvSpPr>
        <p:spPr>
          <a:xfrm>
            <a:off x="72063" y="119296"/>
            <a:ext cx="2133599" cy="2057400"/>
          </a:xfrm>
          <a:custGeom>
            <a:avLst/>
            <a:gdLst>
              <a:gd name="connsiteX0" fmla="*/ 771276 w 3554233"/>
              <a:gd name="connsiteY0" fmla="*/ 834887 h 3331596"/>
              <a:gd name="connsiteX1" fmla="*/ 1431235 w 3554233"/>
              <a:gd name="connsiteY1" fmla="*/ 0 h 3331596"/>
              <a:gd name="connsiteX2" fmla="*/ 1987826 w 3554233"/>
              <a:gd name="connsiteY2" fmla="*/ 1232452 h 3331596"/>
              <a:gd name="connsiteX3" fmla="*/ 2775005 w 3554233"/>
              <a:gd name="connsiteY3" fmla="*/ 405516 h 3331596"/>
              <a:gd name="connsiteX4" fmla="*/ 3554233 w 3554233"/>
              <a:gd name="connsiteY4" fmla="*/ 1701579 h 3331596"/>
              <a:gd name="connsiteX5" fmla="*/ 2703443 w 3554233"/>
              <a:gd name="connsiteY5" fmla="*/ 3252083 h 3331596"/>
              <a:gd name="connsiteX6" fmla="*/ 2345635 w 3554233"/>
              <a:gd name="connsiteY6" fmla="*/ 2441050 h 3331596"/>
              <a:gd name="connsiteX7" fmla="*/ 914400 w 3554233"/>
              <a:gd name="connsiteY7" fmla="*/ 3331596 h 3331596"/>
              <a:gd name="connsiteX8" fmla="*/ 0 w 3554233"/>
              <a:gd name="connsiteY8" fmla="*/ 2822713 h 3331596"/>
              <a:gd name="connsiteX9" fmla="*/ 1327868 w 3554233"/>
              <a:gd name="connsiteY9" fmla="*/ 1979875 h 3331596"/>
              <a:gd name="connsiteX10" fmla="*/ 771276 w 3554233"/>
              <a:gd name="connsiteY10" fmla="*/ 834887 h 333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54233" h="3331596">
                <a:moveTo>
                  <a:pt x="771276" y="834887"/>
                </a:moveTo>
                <a:lnTo>
                  <a:pt x="1431235" y="0"/>
                </a:lnTo>
                <a:lnTo>
                  <a:pt x="1987826" y="1232452"/>
                </a:lnTo>
                <a:lnTo>
                  <a:pt x="2775005" y="405516"/>
                </a:lnTo>
                <a:lnTo>
                  <a:pt x="3554233" y="1701579"/>
                </a:lnTo>
                <a:lnTo>
                  <a:pt x="2703443" y="3252083"/>
                </a:lnTo>
                <a:lnTo>
                  <a:pt x="2345635" y="2441050"/>
                </a:lnTo>
                <a:lnTo>
                  <a:pt x="914400" y="3331596"/>
                </a:lnTo>
                <a:lnTo>
                  <a:pt x="0" y="2822713"/>
                </a:lnTo>
                <a:lnTo>
                  <a:pt x="1327868" y="1979875"/>
                </a:lnTo>
                <a:lnTo>
                  <a:pt x="771276" y="834887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6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shaikat</dc:creator>
  <cp:lastModifiedBy>shaikat</cp:lastModifiedBy>
  <cp:revision>3</cp:revision>
  <cp:lastPrinted>2012-07-03T07:39:51Z</cp:lastPrinted>
  <dcterms:created xsi:type="dcterms:W3CDTF">2012-07-03T06:07:49Z</dcterms:created>
  <dcterms:modified xsi:type="dcterms:W3CDTF">2012-07-03T09:15:26Z</dcterms:modified>
</cp:coreProperties>
</file>