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2286000" cy="2286000"/>
  <p:notesSz cx="1828800" cy="1828800"/>
  <p:defaultTextStyle>
    <a:defPPr>
      <a:defRPr lang="en-US"/>
    </a:defPPr>
    <a:lvl1pPr marL="0" algn="l" defTabSz="261244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1pPr>
    <a:lvl2pPr marL="130622" algn="l" defTabSz="261244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2pPr>
    <a:lvl3pPr marL="261244" algn="l" defTabSz="261244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3pPr>
    <a:lvl4pPr marL="391866" algn="l" defTabSz="261244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4pPr>
    <a:lvl5pPr marL="522488" algn="l" defTabSz="261244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5pPr>
    <a:lvl6pPr marL="653110" algn="l" defTabSz="261244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6pPr>
    <a:lvl7pPr marL="783732" algn="l" defTabSz="261244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7pPr>
    <a:lvl8pPr marL="914354" algn="l" defTabSz="261244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8pPr>
    <a:lvl9pPr marL="1044976" algn="l" defTabSz="261244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37" d="100"/>
          <a:sy n="237" d="100"/>
        </p:scale>
        <p:origin x="-1770" y="-78"/>
      </p:cViewPr>
      <p:guideLst>
        <p:guide orient="horz" pos="720"/>
        <p:guide pos="7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" y="710142"/>
            <a:ext cx="1943100" cy="49000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1295400"/>
            <a:ext cx="1600200" cy="584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30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61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918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224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53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783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9143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0449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AEDBF-43CF-4F60-AB29-96085ED9D0D2}" type="datetimeFigureOut">
              <a:rPr lang="en-US" smtClean="0"/>
              <a:t>7/2/2012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5238-87AE-4892-AD97-28D879966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929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AEDBF-43CF-4F60-AB29-96085ED9D0D2}" type="datetimeFigureOut">
              <a:rPr lang="en-US" smtClean="0"/>
              <a:t>7/2/2012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5238-87AE-4892-AD97-28D879966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88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578" y="1468967"/>
            <a:ext cx="1943100" cy="454025"/>
          </a:xfrm>
        </p:spPr>
        <p:txBody>
          <a:bodyPr anchor="t"/>
          <a:lstStyle>
            <a:lvl1pPr algn="l">
              <a:defRPr sz="11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578" y="968905"/>
            <a:ext cx="1943100" cy="500062"/>
          </a:xfrm>
        </p:spPr>
        <p:txBody>
          <a:bodyPr anchor="b"/>
          <a:lstStyle>
            <a:lvl1pPr marL="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1pPr>
            <a:lvl2pPr marL="130622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2pPr>
            <a:lvl3pPr marL="261244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3pPr>
            <a:lvl4pPr marL="391866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4pPr>
            <a:lvl5pPr marL="522488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5pPr>
            <a:lvl6pPr marL="65311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6pPr>
            <a:lvl7pPr marL="783732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7pPr>
            <a:lvl8pPr marL="914354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8pPr>
            <a:lvl9pPr marL="1044976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AEDBF-43CF-4F60-AB29-96085ED9D0D2}" type="datetimeFigureOut">
              <a:rPr lang="en-US" smtClean="0"/>
              <a:t>7/2/2012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5238-87AE-4892-AD97-28D879966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16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575" y="177800"/>
            <a:ext cx="238125" cy="502708"/>
          </a:xfrm>
        </p:spPr>
        <p:txBody>
          <a:bodyPr/>
          <a:lstStyle>
            <a:lvl1pPr>
              <a:defRPr sz="800"/>
            </a:lvl1pPr>
            <a:lvl2pPr>
              <a:defRPr sz="700"/>
            </a:lvl2pPr>
            <a:lvl3pPr>
              <a:defRPr sz="600"/>
            </a:lvl3pPr>
            <a:lvl4pPr>
              <a:defRPr sz="500"/>
            </a:lvl4pPr>
            <a:lvl5pPr>
              <a:defRPr sz="500"/>
            </a:lvl5pPr>
            <a:lvl6pPr>
              <a:defRPr sz="500"/>
            </a:lvl6pPr>
            <a:lvl7pPr>
              <a:defRPr sz="500"/>
            </a:lvl7pPr>
            <a:lvl8pPr>
              <a:defRPr sz="500"/>
            </a:lvl8pPr>
            <a:lvl9pPr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77800"/>
            <a:ext cx="238125" cy="502708"/>
          </a:xfrm>
        </p:spPr>
        <p:txBody>
          <a:bodyPr/>
          <a:lstStyle>
            <a:lvl1pPr>
              <a:defRPr sz="800"/>
            </a:lvl1pPr>
            <a:lvl2pPr>
              <a:defRPr sz="700"/>
            </a:lvl2pPr>
            <a:lvl3pPr>
              <a:defRPr sz="600"/>
            </a:lvl3pPr>
            <a:lvl4pPr>
              <a:defRPr sz="500"/>
            </a:lvl4pPr>
            <a:lvl5pPr>
              <a:defRPr sz="500"/>
            </a:lvl5pPr>
            <a:lvl6pPr>
              <a:defRPr sz="500"/>
            </a:lvl6pPr>
            <a:lvl7pPr>
              <a:defRPr sz="500"/>
            </a:lvl7pPr>
            <a:lvl8pPr>
              <a:defRPr sz="500"/>
            </a:lvl8pPr>
            <a:lvl9pPr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AEDBF-43CF-4F60-AB29-96085ED9D0D2}" type="datetimeFigureOut">
              <a:rPr lang="en-US" smtClean="0"/>
              <a:t>7/2/2012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5238-87AE-4892-AD97-28D879966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067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" y="91546"/>
            <a:ext cx="2057400" cy="381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" y="511704"/>
            <a:ext cx="1010047" cy="213254"/>
          </a:xfrm>
        </p:spPr>
        <p:txBody>
          <a:bodyPr anchor="b"/>
          <a:lstStyle>
            <a:lvl1pPr marL="0" indent="0">
              <a:buNone/>
              <a:defRPr sz="700" b="1"/>
            </a:lvl1pPr>
            <a:lvl2pPr marL="130622" indent="0">
              <a:buNone/>
              <a:defRPr sz="600" b="1"/>
            </a:lvl2pPr>
            <a:lvl3pPr marL="261244" indent="0">
              <a:buNone/>
              <a:defRPr sz="500" b="1"/>
            </a:lvl3pPr>
            <a:lvl4pPr marL="391866" indent="0">
              <a:buNone/>
              <a:defRPr sz="500" b="1"/>
            </a:lvl4pPr>
            <a:lvl5pPr marL="522488" indent="0">
              <a:buNone/>
              <a:defRPr sz="500" b="1"/>
            </a:lvl5pPr>
            <a:lvl6pPr marL="653110" indent="0">
              <a:buNone/>
              <a:defRPr sz="500" b="1"/>
            </a:lvl6pPr>
            <a:lvl7pPr marL="783732" indent="0">
              <a:buNone/>
              <a:defRPr sz="500" b="1"/>
            </a:lvl7pPr>
            <a:lvl8pPr marL="914354" indent="0">
              <a:buNone/>
              <a:defRPr sz="500" b="1"/>
            </a:lvl8pPr>
            <a:lvl9pPr marL="1044976" indent="0">
              <a:buNone/>
              <a:defRPr sz="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" y="724958"/>
            <a:ext cx="1010047" cy="1317096"/>
          </a:xfrm>
        </p:spPr>
        <p:txBody>
          <a:bodyPr/>
          <a:lstStyle>
            <a:lvl1pPr>
              <a:defRPr sz="700"/>
            </a:lvl1pPr>
            <a:lvl2pPr>
              <a:defRPr sz="600"/>
            </a:lvl2pPr>
            <a:lvl3pPr>
              <a:defRPr sz="500"/>
            </a:lvl3pPr>
            <a:lvl4pPr>
              <a:defRPr sz="500"/>
            </a:lvl4pPr>
            <a:lvl5pPr>
              <a:defRPr sz="500"/>
            </a:lvl5pPr>
            <a:lvl6pPr>
              <a:defRPr sz="500"/>
            </a:lvl6pPr>
            <a:lvl7pPr>
              <a:defRPr sz="500"/>
            </a:lvl7pPr>
            <a:lvl8pPr>
              <a:defRPr sz="500"/>
            </a:lvl8pPr>
            <a:lvl9pPr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61256" y="511704"/>
            <a:ext cx="1010444" cy="213254"/>
          </a:xfrm>
        </p:spPr>
        <p:txBody>
          <a:bodyPr anchor="b"/>
          <a:lstStyle>
            <a:lvl1pPr marL="0" indent="0">
              <a:buNone/>
              <a:defRPr sz="700" b="1"/>
            </a:lvl1pPr>
            <a:lvl2pPr marL="130622" indent="0">
              <a:buNone/>
              <a:defRPr sz="600" b="1"/>
            </a:lvl2pPr>
            <a:lvl3pPr marL="261244" indent="0">
              <a:buNone/>
              <a:defRPr sz="500" b="1"/>
            </a:lvl3pPr>
            <a:lvl4pPr marL="391866" indent="0">
              <a:buNone/>
              <a:defRPr sz="500" b="1"/>
            </a:lvl4pPr>
            <a:lvl5pPr marL="522488" indent="0">
              <a:buNone/>
              <a:defRPr sz="500" b="1"/>
            </a:lvl5pPr>
            <a:lvl6pPr marL="653110" indent="0">
              <a:buNone/>
              <a:defRPr sz="500" b="1"/>
            </a:lvl6pPr>
            <a:lvl7pPr marL="783732" indent="0">
              <a:buNone/>
              <a:defRPr sz="500" b="1"/>
            </a:lvl7pPr>
            <a:lvl8pPr marL="914354" indent="0">
              <a:buNone/>
              <a:defRPr sz="500" b="1"/>
            </a:lvl8pPr>
            <a:lvl9pPr marL="1044976" indent="0">
              <a:buNone/>
              <a:defRPr sz="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61256" y="724958"/>
            <a:ext cx="1010444" cy="1317096"/>
          </a:xfrm>
        </p:spPr>
        <p:txBody>
          <a:bodyPr/>
          <a:lstStyle>
            <a:lvl1pPr>
              <a:defRPr sz="700"/>
            </a:lvl1pPr>
            <a:lvl2pPr>
              <a:defRPr sz="600"/>
            </a:lvl2pPr>
            <a:lvl3pPr>
              <a:defRPr sz="500"/>
            </a:lvl3pPr>
            <a:lvl4pPr>
              <a:defRPr sz="500"/>
            </a:lvl4pPr>
            <a:lvl5pPr>
              <a:defRPr sz="500"/>
            </a:lvl5pPr>
            <a:lvl6pPr>
              <a:defRPr sz="500"/>
            </a:lvl6pPr>
            <a:lvl7pPr>
              <a:defRPr sz="500"/>
            </a:lvl7pPr>
            <a:lvl8pPr>
              <a:defRPr sz="500"/>
            </a:lvl8pPr>
            <a:lvl9pPr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AEDBF-43CF-4F60-AB29-96085ED9D0D2}" type="datetimeFigureOut">
              <a:rPr lang="en-US" smtClean="0"/>
              <a:t>7/2/2012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5238-87AE-4892-AD97-28D879966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943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AEDBF-43CF-4F60-AB29-96085ED9D0D2}" type="datetimeFigureOut">
              <a:rPr lang="en-US" smtClean="0"/>
              <a:t>7/2/2012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5238-87AE-4892-AD97-28D879966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318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AEDBF-43CF-4F60-AB29-96085ED9D0D2}" type="datetimeFigureOut">
              <a:rPr lang="en-US" smtClean="0"/>
              <a:t>7/2/2012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5238-87AE-4892-AD97-28D879966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787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" y="91017"/>
            <a:ext cx="752078" cy="387350"/>
          </a:xfrm>
        </p:spPr>
        <p:txBody>
          <a:bodyPr anchor="b"/>
          <a:lstStyle>
            <a:lvl1pPr algn="l">
              <a:defRPr sz="6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3762" y="91017"/>
            <a:ext cx="1277938" cy="1951038"/>
          </a:xfrm>
        </p:spPr>
        <p:txBody>
          <a:bodyPr/>
          <a:lstStyle>
            <a:lvl1pPr>
              <a:defRPr sz="900"/>
            </a:lvl1pPr>
            <a:lvl2pPr>
              <a:defRPr sz="800"/>
            </a:lvl2pPr>
            <a:lvl3pPr>
              <a:defRPr sz="70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" y="478367"/>
            <a:ext cx="752078" cy="1563688"/>
          </a:xfrm>
        </p:spPr>
        <p:txBody>
          <a:bodyPr/>
          <a:lstStyle>
            <a:lvl1pPr marL="0" indent="0">
              <a:buNone/>
              <a:defRPr sz="400"/>
            </a:lvl1pPr>
            <a:lvl2pPr marL="130622" indent="0">
              <a:buNone/>
              <a:defRPr sz="300"/>
            </a:lvl2pPr>
            <a:lvl3pPr marL="261244" indent="0">
              <a:buNone/>
              <a:defRPr sz="300"/>
            </a:lvl3pPr>
            <a:lvl4pPr marL="391866" indent="0">
              <a:buNone/>
              <a:defRPr sz="300"/>
            </a:lvl4pPr>
            <a:lvl5pPr marL="522488" indent="0">
              <a:buNone/>
              <a:defRPr sz="300"/>
            </a:lvl5pPr>
            <a:lvl6pPr marL="653110" indent="0">
              <a:buNone/>
              <a:defRPr sz="300"/>
            </a:lvl6pPr>
            <a:lvl7pPr marL="783732" indent="0">
              <a:buNone/>
              <a:defRPr sz="300"/>
            </a:lvl7pPr>
            <a:lvl8pPr marL="914354" indent="0">
              <a:buNone/>
              <a:defRPr sz="300"/>
            </a:lvl8pPr>
            <a:lvl9pPr marL="1044976" indent="0">
              <a:buNone/>
              <a:defRPr sz="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AEDBF-43CF-4F60-AB29-96085ED9D0D2}" type="datetimeFigureOut">
              <a:rPr lang="en-US" smtClean="0"/>
              <a:t>7/2/2012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5238-87AE-4892-AD97-28D879966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041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072" y="1600200"/>
            <a:ext cx="1371600" cy="188913"/>
          </a:xfrm>
        </p:spPr>
        <p:txBody>
          <a:bodyPr anchor="b"/>
          <a:lstStyle>
            <a:lvl1pPr algn="l">
              <a:defRPr sz="6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8072" y="204258"/>
            <a:ext cx="1371600" cy="1371600"/>
          </a:xfrm>
        </p:spPr>
        <p:txBody>
          <a:bodyPr/>
          <a:lstStyle>
            <a:lvl1pPr marL="0" indent="0">
              <a:buNone/>
              <a:defRPr sz="900"/>
            </a:lvl1pPr>
            <a:lvl2pPr marL="130622" indent="0">
              <a:buNone/>
              <a:defRPr sz="800"/>
            </a:lvl2pPr>
            <a:lvl3pPr marL="261244" indent="0">
              <a:buNone/>
              <a:defRPr sz="700"/>
            </a:lvl3pPr>
            <a:lvl4pPr marL="391866" indent="0">
              <a:buNone/>
              <a:defRPr sz="600"/>
            </a:lvl4pPr>
            <a:lvl5pPr marL="522488" indent="0">
              <a:buNone/>
              <a:defRPr sz="600"/>
            </a:lvl5pPr>
            <a:lvl6pPr marL="653110" indent="0">
              <a:buNone/>
              <a:defRPr sz="600"/>
            </a:lvl6pPr>
            <a:lvl7pPr marL="783732" indent="0">
              <a:buNone/>
              <a:defRPr sz="600"/>
            </a:lvl7pPr>
            <a:lvl8pPr marL="914354" indent="0">
              <a:buNone/>
              <a:defRPr sz="600"/>
            </a:lvl8pPr>
            <a:lvl9pPr marL="1044976" indent="0">
              <a:buNone/>
              <a:defRPr sz="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8072" y="1789113"/>
            <a:ext cx="1371600" cy="268287"/>
          </a:xfrm>
        </p:spPr>
        <p:txBody>
          <a:bodyPr/>
          <a:lstStyle>
            <a:lvl1pPr marL="0" indent="0">
              <a:buNone/>
              <a:defRPr sz="400"/>
            </a:lvl1pPr>
            <a:lvl2pPr marL="130622" indent="0">
              <a:buNone/>
              <a:defRPr sz="300"/>
            </a:lvl2pPr>
            <a:lvl3pPr marL="261244" indent="0">
              <a:buNone/>
              <a:defRPr sz="300"/>
            </a:lvl3pPr>
            <a:lvl4pPr marL="391866" indent="0">
              <a:buNone/>
              <a:defRPr sz="300"/>
            </a:lvl4pPr>
            <a:lvl5pPr marL="522488" indent="0">
              <a:buNone/>
              <a:defRPr sz="300"/>
            </a:lvl5pPr>
            <a:lvl6pPr marL="653110" indent="0">
              <a:buNone/>
              <a:defRPr sz="300"/>
            </a:lvl6pPr>
            <a:lvl7pPr marL="783732" indent="0">
              <a:buNone/>
              <a:defRPr sz="300"/>
            </a:lvl7pPr>
            <a:lvl8pPr marL="914354" indent="0">
              <a:buNone/>
              <a:defRPr sz="300"/>
            </a:lvl8pPr>
            <a:lvl9pPr marL="1044976" indent="0">
              <a:buNone/>
              <a:defRPr sz="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AEDBF-43CF-4F60-AB29-96085ED9D0D2}" type="datetimeFigureOut">
              <a:rPr lang="en-US" smtClean="0"/>
              <a:t>7/2/2012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5238-87AE-4892-AD97-28D879966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071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AEDBF-43CF-4F60-AB29-96085ED9D0D2}" type="datetimeFigureOut">
              <a:rPr lang="en-US" smtClean="0"/>
              <a:t>7/2/2012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5238-87AE-4892-AD97-28D879966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990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4337" y="30692"/>
            <a:ext cx="128588" cy="64981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575" y="30692"/>
            <a:ext cx="347663" cy="649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AEDBF-43CF-4F60-AB29-96085ED9D0D2}" type="datetimeFigureOut">
              <a:rPr lang="en-US" smtClean="0"/>
              <a:t>7/2/2012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5238-87AE-4892-AD97-28D879966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274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" y="91546"/>
            <a:ext cx="2057400" cy="381000"/>
          </a:xfrm>
          <a:prstGeom prst="rect">
            <a:avLst/>
          </a:prstGeom>
        </p:spPr>
        <p:txBody>
          <a:bodyPr vert="horz" lIns="26124" tIns="13062" rIns="26124" bIns="13062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" y="533400"/>
            <a:ext cx="2057400" cy="1508654"/>
          </a:xfrm>
          <a:prstGeom prst="rect">
            <a:avLst/>
          </a:prstGeom>
        </p:spPr>
        <p:txBody>
          <a:bodyPr vert="horz" lIns="26124" tIns="13062" rIns="26124" bIns="13062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300" y="2118784"/>
            <a:ext cx="533400" cy="121708"/>
          </a:xfrm>
          <a:prstGeom prst="rect">
            <a:avLst/>
          </a:prstGeom>
        </p:spPr>
        <p:txBody>
          <a:bodyPr vert="horz" lIns="26124" tIns="13062" rIns="26124" bIns="13062" rtlCol="0" anchor="ctr"/>
          <a:lstStyle>
            <a:lvl1pPr algn="l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AEDBF-43CF-4F60-AB29-96085ED9D0D2}" type="datetimeFigureOut">
              <a:rPr lang="en-US" smtClean="0"/>
              <a:t>7/2/2012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1050" y="2118784"/>
            <a:ext cx="723900" cy="121708"/>
          </a:xfrm>
          <a:prstGeom prst="rect">
            <a:avLst/>
          </a:prstGeom>
        </p:spPr>
        <p:txBody>
          <a:bodyPr vert="horz" lIns="26124" tIns="13062" rIns="26124" bIns="13062" rtlCol="0" anchor="ctr"/>
          <a:lstStyle>
            <a:lvl1pPr algn="ctr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38300" y="2118784"/>
            <a:ext cx="533400" cy="121708"/>
          </a:xfrm>
          <a:prstGeom prst="rect">
            <a:avLst/>
          </a:prstGeom>
        </p:spPr>
        <p:txBody>
          <a:bodyPr vert="horz" lIns="26124" tIns="13062" rIns="26124" bIns="13062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65238-87AE-4892-AD97-28D879966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43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61244" rtl="0" eaLnBrk="1" latinLnBrk="0" hangingPunct="1">
        <a:spcBef>
          <a:spcPct val="0"/>
        </a:spcBef>
        <a:buNone/>
        <a:defRPr sz="1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7967" indent="-97967" algn="l" defTabSz="261244" rtl="0" eaLnBrk="1" latinLnBrk="0" hangingPunct="1">
        <a:spcBef>
          <a:spcPct val="20000"/>
        </a:spcBef>
        <a:buFont typeface="Arial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12261" indent="-81639" algn="l" defTabSz="261244" rtl="0" eaLnBrk="1" latinLnBrk="0" hangingPunct="1">
        <a:spcBef>
          <a:spcPct val="20000"/>
        </a:spcBef>
        <a:buFont typeface="Arial" pitchFamily="34" charset="0"/>
        <a:buChar char="–"/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326555" indent="-65311" algn="l" defTabSz="261244" rtl="0" eaLnBrk="1" latinLnBrk="0" hangingPunct="1">
        <a:spcBef>
          <a:spcPct val="20000"/>
        </a:spcBef>
        <a:buFont typeface="Arial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77" indent="-65311" algn="l" defTabSz="261244" rtl="0" eaLnBrk="1" latinLnBrk="0" hangingPunct="1">
        <a:spcBef>
          <a:spcPct val="20000"/>
        </a:spcBef>
        <a:buFont typeface="Arial" pitchFamily="34" charset="0"/>
        <a:buChar char="–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587799" indent="-65311" algn="l" defTabSz="261244" rtl="0" eaLnBrk="1" latinLnBrk="0" hangingPunct="1">
        <a:spcBef>
          <a:spcPct val="20000"/>
        </a:spcBef>
        <a:buFont typeface="Arial" pitchFamily="34" charset="0"/>
        <a:buChar char="»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718421" indent="-65311" algn="l" defTabSz="261244" rtl="0" eaLnBrk="1" latinLnBrk="0" hangingPunct="1">
        <a:spcBef>
          <a:spcPct val="20000"/>
        </a:spcBef>
        <a:buFont typeface="Arial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849043" indent="-65311" algn="l" defTabSz="261244" rtl="0" eaLnBrk="1" latinLnBrk="0" hangingPunct="1">
        <a:spcBef>
          <a:spcPct val="20000"/>
        </a:spcBef>
        <a:buFont typeface="Arial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979665" indent="-65311" algn="l" defTabSz="261244" rtl="0" eaLnBrk="1" latinLnBrk="0" hangingPunct="1">
        <a:spcBef>
          <a:spcPct val="20000"/>
        </a:spcBef>
        <a:buFont typeface="Arial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110287" indent="-65311" algn="l" defTabSz="261244" rtl="0" eaLnBrk="1" latinLnBrk="0" hangingPunct="1">
        <a:spcBef>
          <a:spcPct val="20000"/>
        </a:spcBef>
        <a:buFont typeface="Arial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61244" rtl="0" eaLnBrk="1" latinLnBrk="0" hangingPunct="1">
        <a:defRPr sz="500" kern="1200">
          <a:solidFill>
            <a:schemeClr val="tx1"/>
          </a:solidFill>
          <a:latin typeface="+mn-lt"/>
          <a:ea typeface="+mn-ea"/>
          <a:cs typeface="+mn-cs"/>
        </a:defRPr>
      </a:lvl1pPr>
      <a:lvl2pPr marL="130622" algn="l" defTabSz="261244" rtl="0" eaLnBrk="1" latinLnBrk="0" hangingPunct="1">
        <a:defRPr sz="500" kern="1200">
          <a:solidFill>
            <a:schemeClr val="tx1"/>
          </a:solidFill>
          <a:latin typeface="+mn-lt"/>
          <a:ea typeface="+mn-ea"/>
          <a:cs typeface="+mn-cs"/>
        </a:defRPr>
      </a:lvl2pPr>
      <a:lvl3pPr marL="261244" algn="l" defTabSz="261244" rtl="0" eaLnBrk="1" latinLnBrk="0" hangingPunct="1">
        <a:defRPr sz="500" kern="1200">
          <a:solidFill>
            <a:schemeClr val="tx1"/>
          </a:solidFill>
          <a:latin typeface="+mn-lt"/>
          <a:ea typeface="+mn-ea"/>
          <a:cs typeface="+mn-cs"/>
        </a:defRPr>
      </a:lvl3pPr>
      <a:lvl4pPr marL="391866" algn="l" defTabSz="261244" rtl="0" eaLnBrk="1" latinLnBrk="0" hangingPunct="1">
        <a:defRPr sz="500" kern="1200">
          <a:solidFill>
            <a:schemeClr val="tx1"/>
          </a:solidFill>
          <a:latin typeface="+mn-lt"/>
          <a:ea typeface="+mn-ea"/>
          <a:cs typeface="+mn-cs"/>
        </a:defRPr>
      </a:lvl4pPr>
      <a:lvl5pPr marL="522488" algn="l" defTabSz="261244" rtl="0" eaLnBrk="1" latinLnBrk="0" hangingPunct="1">
        <a:defRPr sz="500" kern="1200">
          <a:solidFill>
            <a:schemeClr val="tx1"/>
          </a:solidFill>
          <a:latin typeface="+mn-lt"/>
          <a:ea typeface="+mn-ea"/>
          <a:cs typeface="+mn-cs"/>
        </a:defRPr>
      </a:lvl5pPr>
      <a:lvl6pPr marL="653110" algn="l" defTabSz="261244" rtl="0" eaLnBrk="1" latinLnBrk="0" hangingPunct="1">
        <a:defRPr sz="500" kern="1200">
          <a:solidFill>
            <a:schemeClr val="tx1"/>
          </a:solidFill>
          <a:latin typeface="+mn-lt"/>
          <a:ea typeface="+mn-ea"/>
          <a:cs typeface="+mn-cs"/>
        </a:defRPr>
      </a:lvl6pPr>
      <a:lvl7pPr marL="783732" algn="l" defTabSz="261244" rtl="0" eaLnBrk="1" latinLnBrk="0" hangingPunct="1">
        <a:defRPr sz="500" kern="1200">
          <a:solidFill>
            <a:schemeClr val="tx1"/>
          </a:solidFill>
          <a:latin typeface="+mn-lt"/>
          <a:ea typeface="+mn-ea"/>
          <a:cs typeface="+mn-cs"/>
        </a:defRPr>
      </a:lvl7pPr>
      <a:lvl8pPr marL="914354" algn="l" defTabSz="261244" rtl="0" eaLnBrk="1" latinLnBrk="0" hangingPunct="1">
        <a:defRPr sz="500" kern="1200">
          <a:solidFill>
            <a:schemeClr val="tx1"/>
          </a:solidFill>
          <a:latin typeface="+mn-lt"/>
          <a:ea typeface="+mn-ea"/>
          <a:cs typeface="+mn-cs"/>
        </a:defRPr>
      </a:lvl8pPr>
      <a:lvl9pPr marL="1044976" algn="l" defTabSz="261244" rtl="0" eaLnBrk="1" latinLnBrk="0" hangingPunct="1">
        <a:defRPr sz="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 rot="20479833">
            <a:off x="119549" y="137119"/>
            <a:ext cx="2033344" cy="2033343"/>
            <a:chOff x="2001220" y="2286000"/>
            <a:chExt cx="2033344" cy="2033343"/>
          </a:xfrm>
        </p:grpSpPr>
        <p:grpSp>
          <p:nvGrpSpPr>
            <p:cNvPr id="5" name="Group 4"/>
            <p:cNvGrpSpPr/>
            <p:nvPr/>
          </p:nvGrpSpPr>
          <p:grpSpPr>
            <a:xfrm>
              <a:off x="2001220" y="2286000"/>
              <a:ext cx="2033344" cy="2033343"/>
              <a:chOff x="2373609" y="1145915"/>
              <a:chExt cx="2033344" cy="2033343"/>
            </a:xfrm>
            <a:solidFill>
              <a:srgbClr val="FF0000"/>
            </a:solidFill>
          </p:grpSpPr>
          <p:sp>
            <p:nvSpPr>
              <p:cNvPr id="10" name="Rectangle 9"/>
              <p:cNvSpPr>
                <a:spLocks noChangeAspect="1"/>
              </p:cNvSpPr>
              <p:nvPr/>
            </p:nvSpPr>
            <p:spPr>
              <a:xfrm rot="1106399">
                <a:off x="2879771" y="1145915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/>
              <p:cNvSpPr>
                <a:spLocks noChangeAspect="1"/>
              </p:cNvSpPr>
              <p:nvPr/>
            </p:nvSpPr>
            <p:spPr>
              <a:xfrm rot="1106399">
                <a:off x="3096633" y="1218223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/>
              <p:cNvSpPr>
                <a:spLocks noChangeAspect="1"/>
              </p:cNvSpPr>
              <p:nvPr/>
            </p:nvSpPr>
            <p:spPr>
              <a:xfrm rot="1106399">
                <a:off x="2807462" y="1362777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>
                <a:spLocks noChangeAspect="1"/>
              </p:cNvSpPr>
              <p:nvPr/>
            </p:nvSpPr>
            <p:spPr>
              <a:xfrm rot="1106399">
                <a:off x="3024324" y="1435086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/>
              <p:cNvSpPr>
                <a:spLocks noChangeAspect="1"/>
              </p:cNvSpPr>
              <p:nvPr/>
            </p:nvSpPr>
            <p:spPr>
              <a:xfrm rot="1106399">
                <a:off x="3313496" y="1290532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/>
              <p:cNvSpPr>
                <a:spLocks noChangeAspect="1"/>
              </p:cNvSpPr>
              <p:nvPr/>
            </p:nvSpPr>
            <p:spPr>
              <a:xfrm rot="1106399">
                <a:off x="3530359" y="1362841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/>
              <p:cNvSpPr>
                <a:spLocks noChangeAspect="1"/>
              </p:cNvSpPr>
              <p:nvPr/>
            </p:nvSpPr>
            <p:spPr>
              <a:xfrm rot="1106399">
                <a:off x="3241187" y="1507395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/>
              <p:cNvSpPr>
                <a:spLocks noChangeAspect="1"/>
              </p:cNvSpPr>
              <p:nvPr/>
            </p:nvSpPr>
            <p:spPr>
              <a:xfrm rot="1106399">
                <a:off x="3458050" y="1579704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/>
              <p:cNvSpPr>
                <a:spLocks noChangeAspect="1"/>
              </p:cNvSpPr>
              <p:nvPr/>
            </p:nvSpPr>
            <p:spPr>
              <a:xfrm rot="1106399">
                <a:off x="2735153" y="1579640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/>
              <p:cNvSpPr>
                <a:spLocks noChangeAspect="1"/>
              </p:cNvSpPr>
              <p:nvPr/>
            </p:nvSpPr>
            <p:spPr>
              <a:xfrm rot="1106399">
                <a:off x="2952016" y="1651949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/>
              <p:cNvSpPr>
                <a:spLocks noChangeAspect="1"/>
              </p:cNvSpPr>
              <p:nvPr/>
            </p:nvSpPr>
            <p:spPr>
              <a:xfrm rot="1106399">
                <a:off x="2662844" y="1796503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/>
              <p:cNvSpPr>
                <a:spLocks noChangeAspect="1"/>
              </p:cNvSpPr>
              <p:nvPr/>
            </p:nvSpPr>
            <p:spPr>
              <a:xfrm rot="1106399">
                <a:off x="2879707" y="1868811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/>
              <p:cNvSpPr>
                <a:spLocks noChangeAspect="1"/>
              </p:cNvSpPr>
              <p:nvPr/>
            </p:nvSpPr>
            <p:spPr>
              <a:xfrm rot="1106399">
                <a:off x="3168878" y="1724257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/>
              <p:cNvSpPr>
                <a:spLocks noChangeAspect="1"/>
              </p:cNvSpPr>
              <p:nvPr/>
            </p:nvSpPr>
            <p:spPr>
              <a:xfrm rot="1106399">
                <a:off x="3385741" y="1796566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/>
              <p:cNvSpPr>
                <a:spLocks noChangeAspect="1"/>
              </p:cNvSpPr>
              <p:nvPr/>
            </p:nvSpPr>
            <p:spPr>
              <a:xfrm rot="1106399">
                <a:off x="3096570" y="1941120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/>
              <p:cNvSpPr>
                <a:spLocks noChangeAspect="1"/>
              </p:cNvSpPr>
              <p:nvPr/>
            </p:nvSpPr>
            <p:spPr>
              <a:xfrm rot="1106399">
                <a:off x="3313432" y="2013429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/>
              <p:cNvSpPr>
                <a:spLocks noChangeAspect="1"/>
              </p:cNvSpPr>
              <p:nvPr/>
            </p:nvSpPr>
            <p:spPr>
              <a:xfrm rot="1106399">
                <a:off x="3747221" y="1435150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/>
              <p:cNvSpPr>
                <a:spLocks noChangeAspect="1"/>
              </p:cNvSpPr>
              <p:nvPr/>
            </p:nvSpPr>
            <p:spPr>
              <a:xfrm rot="1106399">
                <a:off x="3964084" y="1507458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/>
              <p:cNvSpPr>
                <a:spLocks noChangeAspect="1"/>
              </p:cNvSpPr>
              <p:nvPr/>
            </p:nvSpPr>
            <p:spPr>
              <a:xfrm rot="1106399">
                <a:off x="3674912" y="1652012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/>
              <p:cNvSpPr>
                <a:spLocks noChangeAspect="1"/>
              </p:cNvSpPr>
              <p:nvPr/>
            </p:nvSpPr>
            <p:spPr>
              <a:xfrm rot="1106399">
                <a:off x="3891775" y="1724321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/>
              <p:cNvSpPr>
                <a:spLocks noChangeAspect="1"/>
              </p:cNvSpPr>
              <p:nvPr/>
            </p:nvSpPr>
            <p:spPr>
              <a:xfrm rot="1106399">
                <a:off x="4180946" y="1579767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/>
              <p:cNvSpPr>
                <a:spLocks noChangeAspect="1"/>
              </p:cNvSpPr>
              <p:nvPr/>
            </p:nvSpPr>
            <p:spPr>
              <a:xfrm rot="1106399">
                <a:off x="4397809" y="1652076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/>
              <p:cNvSpPr>
                <a:spLocks noChangeAspect="1"/>
              </p:cNvSpPr>
              <p:nvPr/>
            </p:nvSpPr>
            <p:spPr>
              <a:xfrm rot="1106399">
                <a:off x="4108638" y="1796630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/>
              <p:cNvSpPr>
                <a:spLocks noChangeAspect="1"/>
              </p:cNvSpPr>
              <p:nvPr/>
            </p:nvSpPr>
            <p:spPr>
              <a:xfrm rot="1106399">
                <a:off x="4325500" y="1868938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/>
              <p:cNvSpPr>
                <a:spLocks noChangeAspect="1"/>
              </p:cNvSpPr>
              <p:nvPr/>
            </p:nvSpPr>
            <p:spPr>
              <a:xfrm rot="1106399">
                <a:off x="3602604" y="1868875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/>
              <p:cNvSpPr>
                <a:spLocks noChangeAspect="1"/>
              </p:cNvSpPr>
              <p:nvPr/>
            </p:nvSpPr>
            <p:spPr>
              <a:xfrm rot="1106399">
                <a:off x="3819466" y="1941184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/>
              <p:cNvSpPr>
                <a:spLocks noChangeAspect="1"/>
              </p:cNvSpPr>
              <p:nvPr/>
            </p:nvSpPr>
            <p:spPr>
              <a:xfrm rot="1106399">
                <a:off x="3530295" y="2085738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/>
              <p:cNvSpPr>
                <a:spLocks noChangeAspect="1"/>
              </p:cNvSpPr>
              <p:nvPr/>
            </p:nvSpPr>
            <p:spPr>
              <a:xfrm rot="1106399">
                <a:off x="3747158" y="2158046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37"/>
              <p:cNvSpPr>
                <a:spLocks noChangeAspect="1"/>
              </p:cNvSpPr>
              <p:nvPr/>
            </p:nvSpPr>
            <p:spPr>
              <a:xfrm rot="1106399">
                <a:off x="4036329" y="2013492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/>
              <p:cNvSpPr>
                <a:spLocks noChangeAspect="1"/>
              </p:cNvSpPr>
              <p:nvPr/>
            </p:nvSpPr>
            <p:spPr>
              <a:xfrm rot="1106399">
                <a:off x="4253192" y="2085801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/>
              <p:cNvSpPr>
                <a:spLocks noChangeAspect="1"/>
              </p:cNvSpPr>
              <p:nvPr/>
            </p:nvSpPr>
            <p:spPr>
              <a:xfrm rot="1106399">
                <a:off x="3964020" y="2230355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/>
              <p:cNvSpPr>
                <a:spLocks noChangeAspect="1"/>
              </p:cNvSpPr>
              <p:nvPr/>
            </p:nvSpPr>
            <p:spPr>
              <a:xfrm rot="1106399">
                <a:off x="4180883" y="2302664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/>
              <p:cNvSpPr>
                <a:spLocks noChangeAspect="1"/>
              </p:cNvSpPr>
              <p:nvPr/>
            </p:nvSpPr>
            <p:spPr>
              <a:xfrm rot="1106399">
                <a:off x="2590536" y="2013365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/>
              <p:cNvSpPr>
                <a:spLocks noChangeAspect="1"/>
              </p:cNvSpPr>
              <p:nvPr/>
            </p:nvSpPr>
            <p:spPr>
              <a:xfrm rot="1106399">
                <a:off x="2807398" y="2085674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/>
              <p:cNvSpPr>
                <a:spLocks noChangeAspect="1"/>
              </p:cNvSpPr>
              <p:nvPr/>
            </p:nvSpPr>
            <p:spPr>
              <a:xfrm rot="1106399">
                <a:off x="2518227" y="2230228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/>
              <p:cNvSpPr>
                <a:spLocks noChangeAspect="1"/>
              </p:cNvSpPr>
              <p:nvPr/>
            </p:nvSpPr>
            <p:spPr>
              <a:xfrm rot="1106399">
                <a:off x="2735090" y="2302537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/>
              <p:cNvSpPr>
                <a:spLocks noChangeAspect="1"/>
              </p:cNvSpPr>
              <p:nvPr/>
            </p:nvSpPr>
            <p:spPr>
              <a:xfrm rot="1106399">
                <a:off x="3024261" y="2157983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/>
              <p:cNvSpPr>
                <a:spLocks noChangeAspect="1"/>
              </p:cNvSpPr>
              <p:nvPr/>
            </p:nvSpPr>
            <p:spPr>
              <a:xfrm rot="1106399">
                <a:off x="3241124" y="2230291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/>
              <p:cNvSpPr>
                <a:spLocks noChangeAspect="1"/>
              </p:cNvSpPr>
              <p:nvPr/>
            </p:nvSpPr>
            <p:spPr>
              <a:xfrm rot="1106399">
                <a:off x="2951952" y="2374845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48"/>
              <p:cNvSpPr>
                <a:spLocks noChangeAspect="1"/>
              </p:cNvSpPr>
              <p:nvPr/>
            </p:nvSpPr>
            <p:spPr>
              <a:xfrm rot="1106399">
                <a:off x="3168815" y="2447154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/>
              <p:cNvSpPr>
                <a:spLocks noChangeAspect="1"/>
              </p:cNvSpPr>
              <p:nvPr/>
            </p:nvSpPr>
            <p:spPr>
              <a:xfrm rot="1106399">
                <a:off x="2445918" y="2447091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50"/>
              <p:cNvSpPr>
                <a:spLocks noChangeAspect="1"/>
              </p:cNvSpPr>
              <p:nvPr/>
            </p:nvSpPr>
            <p:spPr>
              <a:xfrm rot="1106399">
                <a:off x="2662781" y="2519399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/>
              <p:cNvSpPr>
                <a:spLocks noChangeAspect="1"/>
              </p:cNvSpPr>
              <p:nvPr/>
            </p:nvSpPr>
            <p:spPr>
              <a:xfrm rot="1106399">
                <a:off x="2373609" y="2663953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/>
              <p:cNvSpPr>
                <a:spLocks noChangeAspect="1"/>
              </p:cNvSpPr>
              <p:nvPr/>
            </p:nvSpPr>
            <p:spPr>
              <a:xfrm rot="1106399">
                <a:off x="2590472" y="2736262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/>
              <p:cNvSpPr>
                <a:spLocks noChangeAspect="1"/>
              </p:cNvSpPr>
              <p:nvPr/>
            </p:nvSpPr>
            <p:spPr>
              <a:xfrm rot="1106399">
                <a:off x="2879644" y="2591708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/>
              <p:cNvSpPr>
                <a:spLocks noChangeAspect="1"/>
              </p:cNvSpPr>
              <p:nvPr/>
            </p:nvSpPr>
            <p:spPr>
              <a:xfrm rot="1106399">
                <a:off x="3096506" y="2664017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/>
              <p:cNvSpPr>
                <a:spLocks noChangeAspect="1"/>
              </p:cNvSpPr>
              <p:nvPr/>
            </p:nvSpPr>
            <p:spPr>
              <a:xfrm rot="1106399">
                <a:off x="2807335" y="2808571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6"/>
              <p:cNvSpPr>
                <a:spLocks noChangeAspect="1"/>
              </p:cNvSpPr>
              <p:nvPr/>
            </p:nvSpPr>
            <p:spPr>
              <a:xfrm rot="1106399">
                <a:off x="3024197" y="2880879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ectangle 57"/>
              <p:cNvSpPr>
                <a:spLocks noChangeAspect="1"/>
              </p:cNvSpPr>
              <p:nvPr/>
            </p:nvSpPr>
            <p:spPr>
              <a:xfrm rot="1106399">
                <a:off x="3457986" y="2302600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 58"/>
              <p:cNvSpPr>
                <a:spLocks noChangeAspect="1"/>
              </p:cNvSpPr>
              <p:nvPr/>
            </p:nvSpPr>
            <p:spPr>
              <a:xfrm rot="1106399">
                <a:off x="3674849" y="2374909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tangle 59"/>
              <p:cNvSpPr>
                <a:spLocks noChangeAspect="1"/>
              </p:cNvSpPr>
              <p:nvPr/>
            </p:nvSpPr>
            <p:spPr>
              <a:xfrm rot="1106399">
                <a:off x="3385678" y="2519463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 60"/>
              <p:cNvSpPr>
                <a:spLocks noChangeAspect="1"/>
              </p:cNvSpPr>
              <p:nvPr/>
            </p:nvSpPr>
            <p:spPr>
              <a:xfrm rot="1106399">
                <a:off x="3602540" y="2591772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tangle 61"/>
              <p:cNvSpPr>
                <a:spLocks noChangeAspect="1"/>
              </p:cNvSpPr>
              <p:nvPr/>
            </p:nvSpPr>
            <p:spPr>
              <a:xfrm rot="1106399">
                <a:off x="3891712" y="2447218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 62"/>
              <p:cNvSpPr>
                <a:spLocks noChangeAspect="1"/>
              </p:cNvSpPr>
              <p:nvPr/>
            </p:nvSpPr>
            <p:spPr>
              <a:xfrm rot="1106399">
                <a:off x="4108574" y="2519526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tangle 63"/>
              <p:cNvSpPr>
                <a:spLocks noChangeAspect="1"/>
              </p:cNvSpPr>
              <p:nvPr/>
            </p:nvSpPr>
            <p:spPr>
              <a:xfrm rot="1106399">
                <a:off x="3819403" y="2664080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 64"/>
              <p:cNvSpPr>
                <a:spLocks noChangeAspect="1"/>
              </p:cNvSpPr>
              <p:nvPr/>
            </p:nvSpPr>
            <p:spPr>
              <a:xfrm rot="1106399">
                <a:off x="4036265" y="2736389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ectangle 65"/>
              <p:cNvSpPr>
                <a:spLocks noChangeAspect="1"/>
              </p:cNvSpPr>
              <p:nvPr/>
            </p:nvSpPr>
            <p:spPr>
              <a:xfrm rot="1106399">
                <a:off x="3313369" y="2736325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tangle 66"/>
              <p:cNvSpPr>
                <a:spLocks noChangeAspect="1"/>
              </p:cNvSpPr>
              <p:nvPr/>
            </p:nvSpPr>
            <p:spPr>
              <a:xfrm rot="1106399">
                <a:off x="3530231" y="2808634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ectangle 67"/>
              <p:cNvSpPr>
                <a:spLocks noChangeAspect="1"/>
              </p:cNvSpPr>
              <p:nvPr/>
            </p:nvSpPr>
            <p:spPr>
              <a:xfrm rot="1106399">
                <a:off x="3241060" y="2953188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 68"/>
              <p:cNvSpPr>
                <a:spLocks noChangeAspect="1"/>
              </p:cNvSpPr>
              <p:nvPr/>
            </p:nvSpPr>
            <p:spPr>
              <a:xfrm rot="1106399">
                <a:off x="3457923" y="3025497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Rectangle 69"/>
              <p:cNvSpPr>
                <a:spLocks noChangeAspect="1"/>
              </p:cNvSpPr>
              <p:nvPr/>
            </p:nvSpPr>
            <p:spPr>
              <a:xfrm rot="1106399">
                <a:off x="3747094" y="2880943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70"/>
              <p:cNvSpPr>
                <a:spLocks noChangeAspect="1"/>
              </p:cNvSpPr>
              <p:nvPr/>
            </p:nvSpPr>
            <p:spPr>
              <a:xfrm rot="1106399">
                <a:off x="3963957" y="2953252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angle 71"/>
              <p:cNvSpPr>
                <a:spLocks noChangeAspect="1"/>
              </p:cNvSpPr>
              <p:nvPr/>
            </p:nvSpPr>
            <p:spPr>
              <a:xfrm rot="1106399">
                <a:off x="3674785" y="3097806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 72"/>
              <p:cNvSpPr>
                <a:spLocks noChangeAspect="1"/>
              </p:cNvSpPr>
              <p:nvPr/>
            </p:nvSpPr>
            <p:spPr>
              <a:xfrm rot="1106399">
                <a:off x="3891648" y="3170114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2709758" y="3082504"/>
              <a:ext cx="739262" cy="740146"/>
              <a:chOff x="3197260" y="3082504"/>
              <a:chExt cx="739262" cy="740146"/>
            </a:xfrm>
          </p:grpSpPr>
          <p:cxnSp>
            <p:nvCxnSpPr>
              <p:cNvPr id="7" name="Straight Connector 6"/>
              <p:cNvCxnSpPr>
                <a:cxnSpLocks noChangeAspect="1"/>
              </p:cNvCxnSpPr>
              <p:nvPr/>
            </p:nvCxnSpPr>
            <p:spPr>
              <a:xfrm flipH="1">
                <a:off x="3197260" y="3082504"/>
                <a:ext cx="739262" cy="73152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>
                <a:cxnSpLocks/>
              </p:cNvCxnSpPr>
              <p:nvPr/>
            </p:nvCxnSpPr>
            <p:spPr>
              <a:xfrm>
                <a:off x="3936522" y="3100251"/>
                <a:ext cx="0" cy="72239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>
                <a:cxnSpLocks/>
              </p:cNvCxnSpPr>
              <p:nvPr/>
            </p:nvCxnSpPr>
            <p:spPr>
              <a:xfrm>
                <a:off x="3209026" y="3810000"/>
                <a:ext cx="727496" cy="798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257830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76200" y="75378"/>
            <a:ext cx="2135875" cy="2142698"/>
            <a:chOff x="4284945" y="2226861"/>
            <a:chExt cx="2135875" cy="2142698"/>
          </a:xfrm>
        </p:grpSpPr>
        <p:pic>
          <p:nvPicPr>
            <p:cNvPr id="75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66" t="14045" r="10143" b="9871"/>
            <a:stretch/>
          </p:blipFill>
          <p:spPr bwMode="auto">
            <a:xfrm>
              <a:off x="4284945" y="2226861"/>
              <a:ext cx="2135875" cy="21426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76" name="Straight Connector 75"/>
            <p:cNvCxnSpPr/>
            <p:nvPr/>
          </p:nvCxnSpPr>
          <p:spPr>
            <a:xfrm>
              <a:off x="5352882" y="2253690"/>
              <a:ext cx="1" cy="20908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rot="5400000">
              <a:off x="5349026" y="2477016"/>
              <a:ext cx="1" cy="209087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Group 77"/>
            <p:cNvGrpSpPr/>
            <p:nvPr/>
          </p:nvGrpSpPr>
          <p:grpSpPr>
            <a:xfrm>
              <a:off x="5046080" y="3082504"/>
              <a:ext cx="739262" cy="740146"/>
              <a:chOff x="3197260" y="3082504"/>
              <a:chExt cx="739262" cy="740146"/>
            </a:xfrm>
          </p:grpSpPr>
          <p:cxnSp>
            <p:nvCxnSpPr>
              <p:cNvPr id="80" name="Straight Connector 79"/>
              <p:cNvCxnSpPr>
                <a:cxnSpLocks noChangeAspect="1"/>
              </p:cNvCxnSpPr>
              <p:nvPr/>
            </p:nvCxnSpPr>
            <p:spPr>
              <a:xfrm flipH="1">
                <a:off x="3197260" y="3082504"/>
                <a:ext cx="739262" cy="731520"/>
              </a:xfrm>
              <a:prstGeom prst="line">
                <a:avLst/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>
                <a:cxnSpLocks/>
              </p:cNvCxnSpPr>
              <p:nvPr/>
            </p:nvCxnSpPr>
            <p:spPr>
              <a:xfrm>
                <a:off x="3936522" y="3100251"/>
                <a:ext cx="0" cy="722399"/>
              </a:xfrm>
              <a:prstGeom prst="line">
                <a:avLst/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>
                <a:cxnSpLocks/>
              </p:cNvCxnSpPr>
              <p:nvPr/>
            </p:nvCxnSpPr>
            <p:spPr>
              <a:xfrm>
                <a:off x="3209026" y="3810000"/>
                <a:ext cx="727496" cy="7987"/>
              </a:xfrm>
              <a:prstGeom prst="line">
                <a:avLst/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9" name="Rectangle 78"/>
            <p:cNvSpPr/>
            <p:nvPr/>
          </p:nvSpPr>
          <p:spPr>
            <a:xfrm>
              <a:off x="5352882" y="3528192"/>
              <a:ext cx="432460" cy="283260"/>
            </a:xfrm>
            <a:prstGeom prst="rect">
              <a:avLst/>
            </a:prstGeom>
            <a:solidFill>
              <a:schemeClr val="tx1">
                <a:alpha val="18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52487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44157" y="15610"/>
            <a:ext cx="2197731" cy="2270390"/>
            <a:chOff x="6565269" y="2173063"/>
            <a:chExt cx="2197731" cy="2270390"/>
          </a:xfrm>
        </p:grpSpPr>
        <p:pic>
          <p:nvPicPr>
            <p:cNvPr id="12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933" t="20430" r="21258" b="30958"/>
            <a:stretch/>
          </p:blipFill>
          <p:spPr bwMode="auto">
            <a:xfrm>
              <a:off x="6565269" y="2173063"/>
              <a:ext cx="2197731" cy="22703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3" name="Straight Connector 12"/>
            <p:cNvCxnSpPr/>
            <p:nvPr/>
          </p:nvCxnSpPr>
          <p:spPr>
            <a:xfrm>
              <a:off x="7682771" y="2252526"/>
              <a:ext cx="1" cy="20908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/>
            <p:cNvGrpSpPr/>
            <p:nvPr/>
          </p:nvGrpSpPr>
          <p:grpSpPr>
            <a:xfrm>
              <a:off x="7383836" y="3073878"/>
              <a:ext cx="739262" cy="740146"/>
              <a:chOff x="3197260" y="3082504"/>
              <a:chExt cx="739262" cy="740146"/>
            </a:xfrm>
          </p:grpSpPr>
          <p:cxnSp>
            <p:nvCxnSpPr>
              <p:cNvPr id="18" name="Straight Connector 17"/>
              <p:cNvCxnSpPr>
                <a:cxnSpLocks noChangeAspect="1"/>
              </p:cNvCxnSpPr>
              <p:nvPr/>
            </p:nvCxnSpPr>
            <p:spPr>
              <a:xfrm flipH="1">
                <a:off x="3197260" y="3082504"/>
                <a:ext cx="739262" cy="731520"/>
              </a:xfrm>
              <a:prstGeom prst="line">
                <a:avLst/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>
                <a:cxnSpLocks/>
              </p:cNvCxnSpPr>
              <p:nvPr/>
            </p:nvCxnSpPr>
            <p:spPr>
              <a:xfrm>
                <a:off x="3936522" y="3100251"/>
                <a:ext cx="0" cy="722399"/>
              </a:xfrm>
              <a:prstGeom prst="line">
                <a:avLst/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>
                <a:cxnSpLocks/>
              </p:cNvCxnSpPr>
              <p:nvPr/>
            </p:nvCxnSpPr>
            <p:spPr>
              <a:xfrm>
                <a:off x="3209026" y="3810000"/>
                <a:ext cx="727496" cy="7987"/>
              </a:xfrm>
              <a:prstGeom prst="line">
                <a:avLst/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Straight Connector 14"/>
            <p:cNvCxnSpPr/>
            <p:nvPr/>
          </p:nvCxnSpPr>
          <p:spPr>
            <a:xfrm rot="5400000">
              <a:off x="7618252" y="2477016"/>
              <a:ext cx="1" cy="209087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ight Triangle 15"/>
            <p:cNvSpPr/>
            <p:nvPr/>
          </p:nvSpPr>
          <p:spPr>
            <a:xfrm flipH="1">
              <a:off x="7682772" y="3073878"/>
              <a:ext cx="440326" cy="439840"/>
            </a:xfrm>
            <a:prstGeom prst="rtTriangle">
              <a:avLst/>
            </a:prstGeom>
            <a:solidFill>
              <a:schemeClr val="tx1">
                <a:alpha val="18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ight Triangle 16"/>
            <p:cNvSpPr/>
            <p:nvPr/>
          </p:nvSpPr>
          <p:spPr>
            <a:xfrm flipH="1">
              <a:off x="7347812" y="3513718"/>
              <a:ext cx="329366" cy="304908"/>
            </a:xfrm>
            <a:prstGeom prst="rtTriangle">
              <a:avLst/>
            </a:prstGeom>
            <a:solidFill>
              <a:schemeClr val="tx1">
                <a:alpha val="18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63200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Custom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shaikat</dc:creator>
  <cp:lastModifiedBy>shaikat</cp:lastModifiedBy>
  <cp:revision>1</cp:revision>
  <cp:lastPrinted>2012-07-03T03:33:10Z</cp:lastPrinted>
  <dcterms:created xsi:type="dcterms:W3CDTF">2012-07-03T03:27:37Z</dcterms:created>
  <dcterms:modified xsi:type="dcterms:W3CDTF">2012-07-03T03:33:25Z</dcterms:modified>
</cp:coreProperties>
</file>