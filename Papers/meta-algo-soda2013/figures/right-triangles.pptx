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029200" cy="4572000"/>
  <p:notesSz cx="4114800" cy="4572000"/>
  <p:defaultTextStyle>
    <a:defPPr>
      <a:defRPr lang="en-US"/>
    </a:defPPr>
    <a:lvl1pPr marL="0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7541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15082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72622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30163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87704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45245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802785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60326" algn="l" defTabSz="51508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-1398" y="-96"/>
      </p:cViewPr>
      <p:guideLst>
        <p:guide orient="horz" pos="1441"/>
        <p:guide pos="15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1" y="1420284"/>
            <a:ext cx="4274820" cy="9800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380" y="2590801"/>
            <a:ext cx="352044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5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2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30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7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5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2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60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2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0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272" y="2937934"/>
            <a:ext cx="4274820" cy="90805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272" y="1937809"/>
            <a:ext cx="4274820" cy="1000124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7541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1508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262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3016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8770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4524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0278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6032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" y="669926"/>
            <a:ext cx="1123712" cy="18944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6755" y="669926"/>
            <a:ext cx="1123712" cy="18944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" y="183092"/>
            <a:ext cx="4526281" cy="76200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1023409"/>
            <a:ext cx="2222104" cy="426509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541" indent="0">
              <a:buNone/>
              <a:defRPr sz="1100" b="1"/>
            </a:lvl2pPr>
            <a:lvl3pPr marL="515082" indent="0">
              <a:buNone/>
              <a:defRPr sz="1000" b="1"/>
            </a:lvl3pPr>
            <a:lvl4pPr marL="772622" indent="0">
              <a:buNone/>
              <a:defRPr sz="900" b="1"/>
            </a:lvl4pPr>
            <a:lvl5pPr marL="1030163" indent="0">
              <a:buNone/>
              <a:defRPr sz="900" b="1"/>
            </a:lvl5pPr>
            <a:lvl6pPr marL="1287704" indent="0">
              <a:buNone/>
              <a:defRPr sz="900" b="1"/>
            </a:lvl6pPr>
            <a:lvl7pPr marL="1545245" indent="0">
              <a:buNone/>
              <a:defRPr sz="900" b="1"/>
            </a:lvl7pPr>
            <a:lvl8pPr marL="1802785" indent="0">
              <a:buNone/>
              <a:defRPr sz="900" b="1"/>
            </a:lvl8pPr>
            <a:lvl9pPr marL="2060326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460" y="1449917"/>
            <a:ext cx="2222104" cy="2634192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4765" y="1023409"/>
            <a:ext cx="2222976" cy="426509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541" indent="0">
              <a:buNone/>
              <a:defRPr sz="1100" b="1"/>
            </a:lvl2pPr>
            <a:lvl3pPr marL="515082" indent="0">
              <a:buNone/>
              <a:defRPr sz="1000" b="1"/>
            </a:lvl3pPr>
            <a:lvl4pPr marL="772622" indent="0">
              <a:buNone/>
              <a:defRPr sz="900" b="1"/>
            </a:lvl4pPr>
            <a:lvl5pPr marL="1030163" indent="0">
              <a:buNone/>
              <a:defRPr sz="900" b="1"/>
            </a:lvl5pPr>
            <a:lvl6pPr marL="1287704" indent="0">
              <a:buNone/>
              <a:defRPr sz="900" b="1"/>
            </a:lvl6pPr>
            <a:lvl7pPr marL="1545245" indent="0">
              <a:buNone/>
              <a:defRPr sz="900" b="1"/>
            </a:lvl7pPr>
            <a:lvl8pPr marL="1802785" indent="0">
              <a:buNone/>
              <a:defRPr sz="900" b="1"/>
            </a:lvl8pPr>
            <a:lvl9pPr marL="2060326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4765" y="1449917"/>
            <a:ext cx="2222976" cy="2634192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8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7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" y="182034"/>
            <a:ext cx="1654572" cy="774700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278" y="182033"/>
            <a:ext cx="2811462" cy="390207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460" y="956735"/>
            <a:ext cx="1654572" cy="3127375"/>
          </a:xfrm>
        </p:spPr>
        <p:txBody>
          <a:bodyPr/>
          <a:lstStyle>
            <a:lvl1pPr marL="0" indent="0">
              <a:buNone/>
              <a:defRPr sz="800"/>
            </a:lvl1pPr>
            <a:lvl2pPr marL="257541" indent="0">
              <a:buNone/>
              <a:defRPr sz="700"/>
            </a:lvl2pPr>
            <a:lvl3pPr marL="515082" indent="0">
              <a:buNone/>
              <a:defRPr sz="600"/>
            </a:lvl3pPr>
            <a:lvl4pPr marL="772622" indent="0">
              <a:buNone/>
              <a:defRPr sz="500"/>
            </a:lvl4pPr>
            <a:lvl5pPr marL="1030163" indent="0">
              <a:buNone/>
              <a:defRPr sz="500"/>
            </a:lvl5pPr>
            <a:lvl6pPr marL="1287704" indent="0">
              <a:buNone/>
              <a:defRPr sz="500"/>
            </a:lvl6pPr>
            <a:lvl7pPr marL="1545245" indent="0">
              <a:buNone/>
              <a:defRPr sz="500"/>
            </a:lvl7pPr>
            <a:lvl8pPr marL="1802785" indent="0">
              <a:buNone/>
              <a:defRPr sz="500"/>
            </a:lvl8pPr>
            <a:lvl9pPr marL="2060326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9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760" y="3200399"/>
            <a:ext cx="3017520" cy="37782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85760" y="408518"/>
            <a:ext cx="3017520" cy="2743200"/>
          </a:xfrm>
        </p:spPr>
        <p:txBody>
          <a:bodyPr/>
          <a:lstStyle>
            <a:lvl1pPr marL="0" indent="0">
              <a:buNone/>
              <a:defRPr sz="1800"/>
            </a:lvl1pPr>
            <a:lvl2pPr marL="257541" indent="0">
              <a:buNone/>
              <a:defRPr sz="1600"/>
            </a:lvl2pPr>
            <a:lvl3pPr marL="515082" indent="0">
              <a:buNone/>
              <a:defRPr sz="1400"/>
            </a:lvl3pPr>
            <a:lvl4pPr marL="772622" indent="0">
              <a:buNone/>
              <a:defRPr sz="1100"/>
            </a:lvl4pPr>
            <a:lvl5pPr marL="1030163" indent="0">
              <a:buNone/>
              <a:defRPr sz="1100"/>
            </a:lvl5pPr>
            <a:lvl6pPr marL="1287704" indent="0">
              <a:buNone/>
              <a:defRPr sz="1100"/>
            </a:lvl6pPr>
            <a:lvl7pPr marL="1545245" indent="0">
              <a:buNone/>
              <a:defRPr sz="1100"/>
            </a:lvl7pPr>
            <a:lvl8pPr marL="1802785" indent="0">
              <a:buNone/>
              <a:defRPr sz="1100"/>
            </a:lvl8pPr>
            <a:lvl9pPr marL="2060326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5760" y="3578225"/>
            <a:ext cx="3017520" cy="536575"/>
          </a:xfrm>
        </p:spPr>
        <p:txBody>
          <a:bodyPr/>
          <a:lstStyle>
            <a:lvl1pPr marL="0" indent="0">
              <a:buNone/>
              <a:defRPr sz="800"/>
            </a:lvl1pPr>
            <a:lvl2pPr marL="257541" indent="0">
              <a:buNone/>
              <a:defRPr sz="700"/>
            </a:lvl2pPr>
            <a:lvl3pPr marL="515082" indent="0">
              <a:buNone/>
              <a:defRPr sz="600"/>
            </a:lvl3pPr>
            <a:lvl4pPr marL="772622" indent="0">
              <a:buNone/>
              <a:defRPr sz="500"/>
            </a:lvl4pPr>
            <a:lvl5pPr marL="1030163" indent="0">
              <a:buNone/>
              <a:defRPr sz="500"/>
            </a:lvl5pPr>
            <a:lvl6pPr marL="1287704" indent="0">
              <a:buNone/>
              <a:defRPr sz="500"/>
            </a:lvl6pPr>
            <a:lvl7pPr marL="1545245" indent="0">
              <a:buNone/>
              <a:defRPr sz="500"/>
            </a:lvl7pPr>
            <a:lvl8pPr marL="1802785" indent="0">
              <a:buNone/>
              <a:defRPr sz="500"/>
            </a:lvl8pPr>
            <a:lvl9pPr marL="2060326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8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9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78093" y="115361"/>
            <a:ext cx="582374" cy="244898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223" y="115361"/>
            <a:ext cx="1665049" cy="244898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3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83092"/>
            <a:ext cx="4526281" cy="762001"/>
          </a:xfrm>
          <a:prstGeom prst="rect">
            <a:avLst/>
          </a:prstGeom>
        </p:spPr>
        <p:txBody>
          <a:bodyPr vert="horz" lIns="51508" tIns="25754" rIns="51508" bIns="257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1066802"/>
            <a:ext cx="4526281" cy="3017309"/>
          </a:xfrm>
          <a:prstGeom prst="rect">
            <a:avLst/>
          </a:prstGeom>
        </p:spPr>
        <p:txBody>
          <a:bodyPr vert="horz" lIns="51508" tIns="25754" rIns="51508" bIns="257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4237567"/>
            <a:ext cx="1173481" cy="243416"/>
          </a:xfrm>
          <a:prstGeom prst="rect">
            <a:avLst/>
          </a:prstGeom>
        </p:spPr>
        <p:txBody>
          <a:bodyPr vert="horz" lIns="51508" tIns="25754" rIns="51508" bIns="25754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67D4-D52C-49A2-AB79-48767DB99ACC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8310" y="4237567"/>
            <a:ext cx="1592580" cy="243416"/>
          </a:xfrm>
          <a:prstGeom prst="rect">
            <a:avLst/>
          </a:prstGeom>
        </p:spPr>
        <p:txBody>
          <a:bodyPr vert="horz" lIns="51508" tIns="25754" rIns="51508" bIns="25754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4260" y="4237567"/>
            <a:ext cx="1173481" cy="243416"/>
          </a:xfrm>
          <a:prstGeom prst="rect">
            <a:avLst/>
          </a:prstGeom>
        </p:spPr>
        <p:txBody>
          <a:bodyPr vert="horz" lIns="51508" tIns="25754" rIns="51508" bIns="25754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00B1A-C308-40FB-A88B-CB471BAB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5082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156" indent="-193156" algn="l" defTabSz="5150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8504" indent="-160963" algn="l" defTabSz="515082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3852" indent="-128770" algn="l" defTabSz="515082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1393" indent="-128770" algn="l" defTabSz="515082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58933" indent="-128770" algn="l" defTabSz="515082" rtl="0" eaLnBrk="1" latinLnBrk="0" hangingPunct="1">
        <a:spcBef>
          <a:spcPct val="20000"/>
        </a:spcBef>
        <a:buFont typeface="Arial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6474" indent="-128770" algn="l" defTabSz="515082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74015" indent="-128770" algn="l" defTabSz="515082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31556" indent="-128770" algn="l" defTabSz="515082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89096" indent="-128770" algn="l" defTabSz="515082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541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5082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2622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163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7704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5245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2785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26" algn="l" defTabSz="51508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roup 1191"/>
          <p:cNvGrpSpPr/>
          <p:nvPr/>
        </p:nvGrpSpPr>
        <p:grpSpPr>
          <a:xfrm>
            <a:off x="152199" y="128124"/>
            <a:ext cx="4708417" cy="4303645"/>
            <a:chOff x="2357628" y="1030355"/>
            <a:chExt cx="4708417" cy="4303645"/>
          </a:xfrm>
        </p:grpSpPr>
        <p:cxnSp>
          <p:nvCxnSpPr>
            <p:cNvPr id="1193" name="Straight Connector 1192"/>
            <p:cNvCxnSpPr/>
            <p:nvPr/>
          </p:nvCxnSpPr>
          <p:spPr>
            <a:xfrm rot="5400000">
              <a:off x="4551457" y="1474963"/>
              <a:ext cx="0" cy="39624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/>
            <p:cNvCxnSpPr/>
            <p:nvPr/>
          </p:nvCxnSpPr>
          <p:spPr>
            <a:xfrm>
              <a:off x="4540806" y="1371600"/>
              <a:ext cx="0" cy="39624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5" name="Freeform 1194"/>
            <p:cNvSpPr/>
            <p:nvPr/>
          </p:nvSpPr>
          <p:spPr>
            <a:xfrm>
              <a:off x="4185684" y="3450564"/>
              <a:ext cx="355122" cy="241540"/>
            </a:xfrm>
            <a:custGeom>
              <a:avLst/>
              <a:gdLst>
                <a:gd name="connsiteX0" fmla="*/ 0 w 353683"/>
                <a:gd name="connsiteY0" fmla="*/ 241540 h 241540"/>
                <a:gd name="connsiteX1" fmla="*/ 353683 w 353683"/>
                <a:gd name="connsiteY1" fmla="*/ 0 h 241540"/>
                <a:gd name="connsiteX2" fmla="*/ 353683 w 353683"/>
                <a:gd name="connsiteY2" fmla="*/ 241540 h 241540"/>
                <a:gd name="connsiteX3" fmla="*/ 0 w 353683"/>
                <a:gd name="connsiteY3" fmla="*/ 241540 h 24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83" h="241540">
                  <a:moveTo>
                    <a:pt x="0" y="241540"/>
                  </a:moveTo>
                  <a:lnTo>
                    <a:pt x="353683" y="0"/>
                  </a:lnTo>
                  <a:lnTo>
                    <a:pt x="353683" y="241540"/>
                  </a:lnTo>
                  <a:lnTo>
                    <a:pt x="0" y="241540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6" name="Freeform 1195"/>
            <p:cNvSpPr/>
            <p:nvPr/>
          </p:nvSpPr>
          <p:spPr>
            <a:xfrm>
              <a:off x="3514261" y="3683478"/>
              <a:ext cx="1026543" cy="457200"/>
            </a:xfrm>
            <a:custGeom>
              <a:avLst/>
              <a:gdLst>
                <a:gd name="connsiteX0" fmla="*/ 0 w 1026543"/>
                <a:gd name="connsiteY0" fmla="*/ 448574 h 457200"/>
                <a:gd name="connsiteX1" fmla="*/ 1026543 w 1026543"/>
                <a:gd name="connsiteY1" fmla="*/ 457200 h 457200"/>
                <a:gd name="connsiteX2" fmla="*/ 1026543 w 1026543"/>
                <a:gd name="connsiteY2" fmla="*/ 0 h 457200"/>
                <a:gd name="connsiteX3" fmla="*/ 690113 w 1026543"/>
                <a:gd name="connsiteY3" fmla="*/ 0 h 457200"/>
                <a:gd name="connsiteX4" fmla="*/ 0 w 1026543"/>
                <a:gd name="connsiteY4" fmla="*/ 448574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43" h="457200">
                  <a:moveTo>
                    <a:pt x="0" y="448574"/>
                  </a:moveTo>
                  <a:lnTo>
                    <a:pt x="1026543" y="457200"/>
                  </a:lnTo>
                  <a:lnTo>
                    <a:pt x="1026543" y="0"/>
                  </a:lnTo>
                  <a:lnTo>
                    <a:pt x="690113" y="0"/>
                  </a:lnTo>
                  <a:lnTo>
                    <a:pt x="0" y="448574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7" name="Freeform 1196"/>
            <p:cNvSpPr/>
            <p:nvPr/>
          </p:nvSpPr>
          <p:spPr>
            <a:xfrm>
              <a:off x="4538072" y="3227996"/>
              <a:ext cx="343417" cy="223428"/>
            </a:xfrm>
            <a:custGeom>
              <a:avLst/>
              <a:gdLst>
                <a:gd name="connsiteX0" fmla="*/ 0 w 343417"/>
                <a:gd name="connsiteY0" fmla="*/ 223428 h 223428"/>
                <a:gd name="connsiteX1" fmla="*/ 343417 w 343417"/>
                <a:gd name="connsiteY1" fmla="*/ 219291 h 223428"/>
                <a:gd name="connsiteX2" fmla="*/ 343417 w 343417"/>
                <a:gd name="connsiteY2" fmla="*/ 0 h 223428"/>
                <a:gd name="connsiteX3" fmla="*/ 0 w 343417"/>
                <a:gd name="connsiteY3" fmla="*/ 223428 h 2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417" h="223428">
                  <a:moveTo>
                    <a:pt x="0" y="223428"/>
                  </a:moveTo>
                  <a:lnTo>
                    <a:pt x="343417" y="219291"/>
                  </a:lnTo>
                  <a:lnTo>
                    <a:pt x="343417" y="0"/>
                  </a:lnTo>
                  <a:lnTo>
                    <a:pt x="0" y="223428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8" name="Freeform 1197"/>
            <p:cNvSpPr/>
            <p:nvPr/>
          </p:nvSpPr>
          <p:spPr>
            <a:xfrm>
              <a:off x="2824148" y="4140678"/>
              <a:ext cx="1716656" cy="457200"/>
            </a:xfrm>
            <a:custGeom>
              <a:avLst/>
              <a:gdLst>
                <a:gd name="connsiteX0" fmla="*/ 0 w 1716656"/>
                <a:gd name="connsiteY0" fmla="*/ 457200 h 457200"/>
                <a:gd name="connsiteX1" fmla="*/ 1716656 w 1716656"/>
                <a:gd name="connsiteY1" fmla="*/ 457200 h 457200"/>
                <a:gd name="connsiteX2" fmla="*/ 1716656 w 1716656"/>
                <a:gd name="connsiteY2" fmla="*/ 0 h 457200"/>
                <a:gd name="connsiteX3" fmla="*/ 690113 w 1716656"/>
                <a:gd name="connsiteY3" fmla="*/ 0 h 457200"/>
                <a:gd name="connsiteX4" fmla="*/ 0 w 1716656"/>
                <a:gd name="connsiteY4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6656" h="457200">
                  <a:moveTo>
                    <a:pt x="0" y="457200"/>
                  </a:moveTo>
                  <a:lnTo>
                    <a:pt x="1716656" y="457200"/>
                  </a:lnTo>
                  <a:lnTo>
                    <a:pt x="1716656" y="0"/>
                  </a:lnTo>
                  <a:lnTo>
                    <a:pt x="690113" y="0"/>
                  </a:lnTo>
                  <a:lnTo>
                    <a:pt x="0" y="457200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9" name="Freeform 1198"/>
            <p:cNvSpPr/>
            <p:nvPr/>
          </p:nvSpPr>
          <p:spPr>
            <a:xfrm>
              <a:off x="5563210" y="2303602"/>
              <a:ext cx="690113" cy="1147314"/>
            </a:xfrm>
            <a:custGeom>
              <a:avLst/>
              <a:gdLst>
                <a:gd name="connsiteX0" fmla="*/ 0 w 690113"/>
                <a:gd name="connsiteY0" fmla="*/ 1147314 h 1147314"/>
                <a:gd name="connsiteX1" fmla="*/ 690113 w 690113"/>
                <a:gd name="connsiteY1" fmla="*/ 1147314 h 1147314"/>
                <a:gd name="connsiteX2" fmla="*/ 690113 w 690113"/>
                <a:gd name="connsiteY2" fmla="*/ 0 h 1147314"/>
                <a:gd name="connsiteX3" fmla="*/ 8626 w 690113"/>
                <a:gd name="connsiteY3" fmla="*/ 457200 h 1147314"/>
                <a:gd name="connsiteX4" fmla="*/ 0 w 690113"/>
                <a:gd name="connsiteY4" fmla="*/ 1147314 h 1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13" h="1147314">
                  <a:moveTo>
                    <a:pt x="0" y="1147314"/>
                  </a:moveTo>
                  <a:lnTo>
                    <a:pt x="690113" y="1147314"/>
                  </a:lnTo>
                  <a:lnTo>
                    <a:pt x="690113" y="0"/>
                  </a:lnTo>
                  <a:lnTo>
                    <a:pt x="8626" y="457200"/>
                  </a:lnTo>
                  <a:lnTo>
                    <a:pt x="0" y="1147314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0" name="Freeform 1199"/>
            <p:cNvSpPr/>
            <p:nvPr/>
          </p:nvSpPr>
          <p:spPr>
            <a:xfrm>
              <a:off x="4881723" y="2760802"/>
              <a:ext cx="690113" cy="690114"/>
            </a:xfrm>
            <a:custGeom>
              <a:avLst/>
              <a:gdLst>
                <a:gd name="connsiteX0" fmla="*/ 0 w 690113"/>
                <a:gd name="connsiteY0" fmla="*/ 457200 h 690114"/>
                <a:gd name="connsiteX1" fmla="*/ 690113 w 690113"/>
                <a:gd name="connsiteY1" fmla="*/ 0 h 690114"/>
                <a:gd name="connsiteX2" fmla="*/ 690113 w 690113"/>
                <a:gd name="connsiteY2" fmla="*/ 690114 h 690114"/>
                <a:gd name="connsiteX3" fmla="*/ 0 w 690113"/>
                <a:gd name="connsiteY3" fmla="*/ 690114 h 690114"/>
                <a:gd name="connsiteX4" fmla="*/ 0 w 690113"/>
                <a:gd name="connsiteY4" fmla="*/ 457200 h 69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13" h="690114">
                  <a:moveTo>
                    <a:pt x="0" y="457200"/>
                  </a:moveTo>
                  <a:lnTo>
                    <a:pt x="690113" y="0"/>
                  </a:lnTo>
                  <a:lnTo>
                    <a:pt x="690113" y="690114"/>
                  </a:lnTo>
                  <a:lnTo>
                    <a:pt x="0" y="690114"/>
                  </a:lnTo>
                  <a:lnTo>
                    <a:pt x="0" y="457200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1" name="Group 1200"/>
            <p:cNvGrpSpPr/>
            <p:nvPr/>
          </p:nvGrpSpPr>
          <p:grpSpPr>
            <a:xfrm>
              <a:off x="2822710" y="1617452"/>
              <a:ext cx="3438144" cy="3438144"/>
              <a:chOff x="990600" y="1600200"/>
              <a:chExt cx="3438144" cy="3438144"/>
            </a:xfrm>
          </p:grpSpPr>
          <p:sp>
            <p:nvSpPr>
              <p:cNvPr id="1233" name="Rectangle 1232"/>
              <p:cNvSpPr>
                <a:spLocks noChangeAspect="1"/>
              </p:cNvSpPr>
              <p:nvPr/>
            </p:nvSpPr>
            <p:spPr>
              <a:xfrm>
                <a:off x="2362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4" name="Rectangle 1233"/>
              <p:cNvSpPr>
                <a:spLocks noChangeAspect="1"/>
              </p:cNvSpPr>
              <p:nvPr/>
            </p:nvSpPr>
            <p:spPr>
              <a:xfrm>
                <a:off x="2590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5" name="Rectangle 1234"/>
              <p:cNvSpPr>
                <a:spLocks noChangeAspect="1"/>
              </p:cNvSpPr>
              <p:nvPr/>
            </p:nvSpPr>
            <p:spPr>
              <a:xfrm>
                <a:off x="2362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6" name="Rectangle 1235"/>
              <p:cNvSpPr>
                <a:spLocks noChangeAspect="1"/>
              </p:cNvSpPr>
              <p:nvPr/>
            </p:nvSpPr>
            <p:spPr>
              <a:xfrm>
                <a:off x="2590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7" name="Rectangle 1236"/>
              <p:cNvSpPr>
                <a:spLocks noChangeAspect="1"/>
              </p:cNvSpPr>
              <p:nvPr/>
            </p:nvSpPr>
            <p:spPr>
              <a:xfrm>
                <a:off x="2819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8" name="Rectangle 1237"/>
              <p:cNvSpPr>
                <a:spLocks noChangeAspect="1"/>
              </p:cNvSpPr>
              <p:nvPr/>
            </p:nvSpPr>
            <p:spPr>
              <a:xfrm>
                <a:off x="3048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9" name="Rectangle 1238"/>
              <p:cNvSpPr>
                <a:spLocks noChangeAspect="1"/>
              </p:cNvSpPr>
              <p:nvPr/>
            </p:nvSpPr>
            <p:spPr>
              <a:xfrm>
                <a:off x="2819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0" name="Rectangle 1239"/>
              <p:cNvSpPr>
                <a:spLocks noChangeAspect="1"/>
              </p:cNvSpPr>
              <p:nvPr/>
            </p:nvSpPr>
            <p:spPr>
              <a:xfrm>
                <a:off x="3048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1" name="Rectangle 1240"/>
              <p:cNvSpPr>
                <a:spLocks noChangeAspect="1"/>
              </p:cNvSpPr>
              <p:nvPr/>
            </p:nvSpPr>
            <p:spPr>
              <a:xfrm>
                <a:off x="2362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2" name="Rectangle 1241"/>
              <p:cNvSpPr>
                <a:spLocks noChangeAspect="1"/>
              </p:cNvSpPr>
              <p:nvPr/>
            </p:nvSpPr>
            <p:spPr>
              <a:xfrm>
                <a:off x="2590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3" name="Rectangle 1242"/>
              <p:cNvSpPr>
                <a:spLocks noChangeAspect="1"/>
              </p:cNvSpPr>
              <p:nvPr/>
            </p:nvSpPr>
            <p:spPr>
              <a:xfrm>
                <a:off x="2362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4" name="Rectangle 1243"/>
              <p:cNvSpPr>
                <a:spLocks noChangeAspect="1"/>
              </p:cNvSpPr>
              <p:nvPr/>
            </p:nvSpPr>
            <p:spPr>
              <a:xfrm>
                <a:off x="2590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5" name="Rectangle 1244"/>
              <p:cNvSpPr>
                <a:spLocks noChangeAspect="1"/>
              </p:cNvSpPr>
              <p:nvPr/>
            </p:nvSpPr>
            <p:spPr>
              <a:xfrm>
                <a:off x="2819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6" name="Rectangle 1245"/>
              <p:cNvSpPr>
                <a:spLocks noChangeAspect="1"/>
              </p:cNvSpPr>
              <p:nvPr/>
            </p:nvSpPr>
            <p:spPr>
              <a:xfrm>
                <a:off x="3048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7" name="Rectangle 1246"/>
              <p:cNvSpPr>
                <a:spLocks noChangeAspect="1"/>
              </p:cNvSpPr>
              <p:nvPr/>
            </p:nvSpPr>
            <p:spPr>
              <a:xfrm>
                <a:off x="2819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8" name="Rectangle 1247"/>
              <p:cNvSpPr>
                <a:spLocks noChangeAspect="1"/>
              </p:cNvSpPr>
              <p:nvPr/>
            </p:nvSpPr>
            <p:spPr>
              <a:xfrm>
                <a:off x="3048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" name="Rectangle 1248"/>
              <p:cNvSpPr>
                <a:spLocks noChangeAspect="1"/>
              </p:cNvSpPr>
              <p:nvPr/>
            </p:nvSpPr>
            <p:spPr>
              <a:xfrm>
                <a:off x="3276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0" name="Rectangle 1249"/>
              <p:cNvSpPr>
                <a:spLocks noChangeAspect="1"/>
              </p:cNvSpPr>
              <p:nvPr/>
            </p:nvSpPr>
            <p:spPr>
              <a:xfrm>
                <a:off x="3505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1" name="Rectangle 1250"/>
              <p:cNvSpPr>
                <a:spLocks noChangeAspect="1"/>
              </p:cNvSpPr>
              <p:nvPr/>
            </p:nvSpPr>
            <p:spPr>
              <a:xfrm>
                <a:off x="3276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2" name="Rectangle 1251"/>
              <p:cNvSpPr>
                <a:spLocks noChangeAspect="1"/>
              </p:cNvSpPr>
              <p:nvPr/>
            </p:nvSpPr>
            <p:spPr>
              <a:xfrm>
                <a:off x="3505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3" name="Rectangle 1252"/>
              <p:cNvSpPr>
                <a:spLocks noChangeAspect="1"/>
              </p:cNvSpPr>
              <p:nvPr/>
            </p:nvSpPr>
            <p:spPr>
              <a:xfrm>
                <a:off x="3733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4" name="Rectangle 1253"/>
              <p:cNvSpPr>
                <a:spLocks noChangeAspect="1"/>
              </p:cNvSpPr>
              <p:nvPr/>
            </p:nvSpPr>
            <p:spPr>
              <a:xfrm>
                <a:off x="3962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5" name="Rectangle 1254"/>
              <p:cNvSpPr>
                <a:spLocks noChangeAspect="1"/>
              </p:cNvSpPr>
              <p:nvPr/>
            </p:nvSpPr>
            <p:spPr>
              <a:xfrm>
                <a:off x="3733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6" name="Rectangle 1255"/>
              <p:cNvSpPr>
                <a:spLocks noChangeAspect="1"/>
              </p:cNvSpPr>
              <p:nvPr/>
            </p:nvSpPr>
            <p:spPr>
              <a:xfrm>
                <a:off x="3962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7" name="Rectangle 1256"/>
              <p:cNvSpPr>
                <a:spLocks noChangeAspect="1"/>
              </p:cNvSpPr>
              <p:nvPr/>
            </p:nvSpPr>
            <p:spPr>
              <a:xfrm>
                <a:off x="3276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8" name="Rectangle 1257"/>
              <p:cNvSpPr>
                <a:spLocks noChangeAspect="1"/>
              </p:cNvSpPr>
              <p:nvPr/>
            </p:nvSpPr>
            <p:spPr>
              <a:xfrm>
                <a:off x="3505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9" name="Rectangle 1258"/>
              <p:cNvSpPr>
                <a:spLocks noChangeAspect="1"/>
              </p:cNvSpPr>
              <p:nvPr/>
            </p:nvSpPr>
            <p:spPr>
              <a:xfrm>
                <a:off x="3276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0" name="Rectangle 1259"/>
              <p:cNvSpPr>
                <a:spLocks noChangeAspect="1"/>
              </p:cNvSpPr>
              <p:nvPr/>
            </p:nvSpPr>
            <p:spPr>
              <a:xfrm>
                <a:off x="3505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1" name="Rectangle 1260"/>
              <p:cNvSpPr>
                <a:spLocks noChangeAspect="1"/>
              </p:cNvSpPr>
              <p:nvPr/>
            </p:nvSpPr>
            <p:spPr>
              <a:xfrm>
                <a:off x="3733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2" name="Rectangle 1261"/>
              <p:cNvSpPr>
                <a:spLocks noChangeAspect="1"/>
              </p:cNvSpPr>
              <p:nvPr/>
            </p:nvSpPr>
            <p:spPr>
              <a:xfrm>
                <a:off x="3962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3" name="Rectangle 1262"/>
              <p:cNvSpPr>
                <a:spLocks noChangeAspect="1"/>
              </p:cNvSpPr>
              <p:nvPr/>
            </p:nvSpPr>
            <p:spPr>
              <a:xfrm>
                <a:off x="3733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4" name="Rectangle 1263"/>
              <p:cNvSpPr>
                <a:spLocks noChangeAspect="1"/>
              </p:cNvSpPr>
              <p:nvPr/>
            </p:nvSpPr>
            <p:spPr>
              <a:xfrm>
                <a:off x="3962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5" name="Rectangle 1264"/>
              <p:cNvSpPr>
                <a:spLocks noChangeAspect="1"/>
              </p:cNvSpPr>
              <p:nvPr/>
            </p:nvSpPr>
            <p:spPr>
              <a:xfrm>
                <a:off x="2362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6" name="Rectangle 1265"/>
              <p:cNvSpPr>
                <a:spLocks noChangeAspect="1"/>
              </p:cNvSpPr>
              <p:nvPr/>
            </p:nvSpPr>
            <p:spPr>
              <a:xfrm>
                <a:off x="2590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7" name="Rectangle 1266"/>
              <p:cNvSpPr>
                <a:spLocks noChangeAspect="1"/>
              </p:cNvSpPr>
              <p:nvPr/>
            </p:nvSpPr>
            <p:spPr>
              <a:xfrm>
                <a:off x="2362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8" name="Rectangle 1267"/>
              <p:cNvSpPr>
                <a:spLocks noChangeAspect="1"/>
              </p:cNvSpPr>
              <p:nvPr/>
            </p:nvSpPr>
            <p:spPr>
              <a:xfrm>
                <a:off x="2590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9" name="Rectangle 1268"/>
              <p:cNvSpPr>
                <a:spLocks noChangeAspect="1"/>
              </p:cNvSpPr>
              <p:nvPr/>
            </p:nvSpPr>
            <p:spPr>
              <a:xfrm>
                <a:off x="2819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0" name="Rectangle 1269"/>
              <p:cNvSpPr>
                <a:spLocks noChangeAspect="1"/>
              </p:cNvSpPr>
              <p:nvPr/>
            </p:nvSpPr>
            <p:spPr>
              <a:xfrm>
                <a:off x="3048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1" name="Rectangle 1270"/>
              <p:cNvSpPr>
                <a:spLocks noChangeAspect="1"/>
              </p:cNvSpPr>
              <p:nvPr/>
            </p:nvSpPr>
            <p:spPr>
              <a:xfrm>
                <a:off x="2819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2" name="Rectangle 1271"/>
              <p:cNvSpPr>
                <a:spLocks noChangeAspect="1"/>
              </p:cNvSpPr>
              <p:nvPr/>
            </p:nvSpPr>
            <p:spPr>
              <a:xfrm>
                <a:off x="3048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3" name="Rectangle 1272"/>
              <p:cNvSpPr>
                <a:spLocks noChangeAspect="1"/>
              </p:cNvSpPr>
              <p:nvPr/>
            </p:nvSpPr>
            <p:spPr>
              <a:xfrm>
                <a:off x="2362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4" name="Rectangle 1273"/>
              <p:cNvSpPr>
                <a:spLocks noChangeAspect="1"/>
              </p:cNvSpPr>
              <p:nvPr/>
            </p:nvSpPr>
            <p:spPr>
              <a:xfrm>
                <a:off x="2590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5" name="Rectangle 1274"/>
              <p:cNvSpPr>
                <a:spLocks noChangeAspect="1"/>
              </p:cNvSpPr>
              <p:nvPr/>
            </p:nvSpPr>
            <p:spPr>
              <a:xfrm>
                <a:off x="2362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6" name="Rectangle 1275"/>
              <p:cNvSpPr>
                <a:spLocks noChangeAspect="1"/>
              </p:cNvSpPr>
              <p:nvPr/>
            </p:nvSpPr>
            <p:spPr>
              <a:xfrm>
                <a:off x="2590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7" name="Rectangle 1276"/>
              <p:cNvSpPr>
                <a:spLocks noChangeAspect="1"/>
              </p:cNvSpPr>
              <p:nvPr/>
            </p:nvSpPr>
            <p:spPr>
              <a:xfrm>
                <a:off x="2819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8" name="Rectangle 1277"/>
              <p:cNvSpPr>
                <a:spLocks noChangeAspect="1"/>
              </p:cNvSpPr>
              <p:nvPr/>
            </p:nvSpPr>
            <p:spPr>
              <a:xfrm>
                <a:off x="3048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9" name="Rectangle 1278"/>
              <p:cNvSpPr>
                <a:spLocks noChangeAspect="1"/>
              </p:cNvSpPr>
              <p:nvPr/>
            </p:nvSpPr>
            <p:spPr>
              <a:xfrm>
                <a:off x="2819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0" name="Rectangle 1279"/>
              <p:cNvSpPr>
                <a:spLocks noChangeAspect="1"/>
              </p:cNvSpPr>
              <p:nvPr/>
            </p:nvSpPr>
            <p:spPr>
              <a:xfrm>
                <a:off x="3048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1" name="Rectangle 1280"/>
              <p:cNvSpPr>
                <a:spLocks noChangeAspect="1"/>
              </p:cNvSpPr>
              <p:nvPr/>
            </p:nvSpPr>
            <p:spPr>
              <a:xfrm>
                <a:off x="3276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2" name="Rectangle 1281"/>
              <p:cNvSpPr>
                <a:spLocks noChangeAspect="1"/>
              </p:cNvSpPr>
              <p:nvPr/>
            </p:nvSpPr>
            <p:spPr>
              <a:xfrm>
                <a:off x="3505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3" name="Rectangle 1282"/>
              <p:cNvSpPr>
                <a:spLocks noChangeAspect="1"/>
              </p:cNvSpPr>
              <p:nvPr/>
            </p:nvSpPr>
            <p:spPr>
              <a:xfrm>
                <a:off x="3276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4" name="Rectangle 1283"/>
              <p:cNvSpPr>
                <a:spLocks noChangeAspect="1"/>
              </p:cNvSpPr>
              <p:nvPr/>
            </p:nvSpPr>
            <p:spPr>
              <a:xfrm>
                <a:off x="3505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5" name="Rectangle 1284"/>
              <p:cNvSpPr>
                <a:spLocks noChangeAspect="1"/>
              </p:cNvSpPr>
              <p:nvPr/>
            </p:nvSpPr>
            <p:spPr>
              <a:xfrm>
                <a:off x="3733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6" name="Rectangle 1285"/>
              <p:cNvSpPr>
                <a:spLocks noChangeAspect="1"/>
              </p:cNvSpPr>
              <p:nvPr/>
            </p:nvSpPr>
            <p:spPr>
              <a:xfrm>
                <a:off x="3962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7" name="Rectangle 1286"/>
              <p:cNvSpPr>
                <a:spLocks noChangeAspect="1"/>
              </p:cNvSpPr>
              <p:nvPr/>
            </p:nvSpPr>
            <p:spPr>
              <a:xfrm>
                <a:off x="3733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8" name="Rectangle 1287"/>
              <p:cNvSpPr>
                <a:spLocks noChangeAspect="1"/>
              </p:cNvSpPr>
              <p:nvPr/>
            </p:nvSpPr>
            <p:spPr>
              <a:xfrm>
                <a:off x="3962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9" name="Rectangle 1288"/>
              <p:cNvSpPr>
                <a:spLocks noChangeAspect="1"/>
              </p:cNvSpPr>
              <p:nvPr/>
            </p:nvSpPr>
            <p:spPr>
              <a:xfrm>
                <a:off x="3276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0" name="Rectangle 1289"/>
              <p:cNvSpPr>
                <a:spLocks noChangeAspect="1"/>
              </p:cNvSpPr>
              <p:nvPr/>
            </p:nvSpPr>
            <p:spPr>
              <a:xfrm>
                <a:off x="3505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1" name="Rectangle 1290"/>
              <p:cNvSpPr>
                <a:spLocks noChangeAspect="1"/>
              </p:cNvSpPr>
              <p:nvPr/>
            </p:nvSpPr>
            <p:spPr>
              <a:xfrm>
                <a:off x="3276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2" name="Rectangle 1291"/>
              <p:cNvSpPr>
                <a:spLocks noChangeAspect="1"/>
              </p:cNvSpPr>
              <p:nvPr/>
            </p:nvSpPr>
            <p:spPr>
              <a:xfrm>
                <a:off x="3505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3" name="Rectangle 1292"/>
              <p:cNvSpPr>
                <a:spLocks noChangeAspect="1"/>
              </p:cNvSpPr>
              <p:nvPr/>
            </p:nvSpPr>
            <p:spPr>
              <a:xfrm>
                <a:off x="3733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4" name="Rectangle 1293"/>
              <p:cNvSpPr>
                <a:spLocks noChangeAspect="1"/>
              </p:cNvSpPr>
              <p:nvPr/>
            </p:nvSpPr>
            <p:spPr>
              <a:xfrm>
                <a:off x="3962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5" name="Rectangle 1294"/>
              <p:cNvSpPr>
                <a:spLocks noChangeAspect="1"/>
              </p:cNvSpPr>
              <p:nvPr/>
            </p:nvSpPr>
            <p:spPr>
              <a:xfrm>
                <a:off x="3733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6" name="Rectangle 1295"/>
              <p:cNvSpPr>
                <a:spLocks noChangeAspect="1"/>
              </p:cNvSpPr>
              <p:nvPr/>
            </p:nvSpPr>
            <p:spPr>
              <a:xfrm>
                <a:off x="3962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7" name="Rectangle 1296"/>
              <p:cNvSpPr>
                <a:spLocks noChangeAspect="1"/>
              </p:cNvSpPr>
              <p:nvPr/>
            </p:nvSpPr>
            <p:spPr>
              <a:xfrm>
                <a:off x="4191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8" name="Rectangle 1297"/>
              <p:cNvSpPr>
                <a:spLocks noChangeAspect="1"/>
              </p:cNvSpPr>
              <p:nvPr/>
            </p:nvSpPr>
            <p:spPr>
              <a:xfrm>
                <a:off x="4419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9" name="Rectangle 1298"/>
              <p:cNvSpPr>
                <a:spLocks noChangeAspect="1"/>
              </p:cNvSpPr>
              <p:nvPr/>
            </p:nvSpPr>
            <p:spPr>
              <a:xfrm>
                <a:off x="4191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0" name="Rectangle 1299"/>
              <p:cNvSpPr>
                <a:spLocks noChangeAspect="1"/>
              </p:cNvSpPr>
              <p:nvPr/>
            </p:nvSpPr>
            <p:spPr>
              <a:xfrm>
                <a:off x="4419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1" name="Rectangle 1300"/>
              <p:cNvSpPr>
                <a:spLocks noChangeAspect="1"/>
              </p:cNvSpPr>
              <p:nvPr/>
            </p:nvSpPr>
            <p:spPr>
              <a:xfrm>
                <a:off x="990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2" name="Rectangle 1301"/>
              <p:cNvSpPr>
                <a:spLocks noChangeAspect="1"/>
              </p:cNvSpPr>
              <p:nvPr/>
            </p:nvSpPr>
            <p:spPr>
              <a:xfrm>
                <a:off x="1219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3" name="Rectangle 1302"/>
              <p:cNvSpPr>
                <a:spLocks noChangeAspect="1"/>
              </p:cNvSpPr>
              <p:nvPr/>
            </p:nvSpPr>
            <p:spPr>
              <a:xfrm>
                <a:off x="990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4" name="Rectangle 1303"/>
              <p:cNvSpPr>
                <a:spLocks noChangeAspect="1"/>
              </p:cNvSpPr>
              <p:nvPr/>
            </p:nvSpPr>
            <p:spPr>
              <a:xfrm>
                <a:off x="1219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5" name="Rectangle 1304"/>
              <p:cNvSpPr>
                <a:spLocks noChangeAspect="1"/>
              </p:cNvSpPr>
              <p:nvPr/>
            </p:nvSpPr>
            <p:spPr>
              <a:xfrm>
                <a:off x="4191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6" name="Rectangle 1305"/>
              <p:cNvSpPr>
                <a:spLocks noChangeAspect="1"/>
              </p:cNvSpPr>
              <p:nvPr/>
            </p:nvSpPr>
            <p:spPr>
              <a:xfrm>
                <a:off x="4419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7" name="Rectangle 1306"/>
              <p:cNvSpPr>
                <a:spLocks noChangeAspect="1"/>
              </p:cNvSpPr>
              <p:nvPr/>
            </p:nvSpPr>
            <p:spPr>
              <a:xfrm>
                <a:off x="4191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8" name="Rectangle 1307"/>
              <p:cNvSpPr>
                <a:spLocks noChangeAspect="1"/>
              </p:cNvSpPr>
              <p:nvPr/>
            </p:nvSpPr>
            <p:spPr>
              <a:xfrm>
                <a:off x="4419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9" name="Rectangle 1308"/>
              <p:cNvSpPr>
                <a:spLocks noChangeAspect="1"/>
              </p:cNvSpPr>
              <p:nvPr/>
            </p:nvSpPr>
            <p:spPr>
              <a:xfrm>
                <a:off x="990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0" name="Rectangle 1309"/>
              <p:cNvSpPr>
                <a:spLocks noChangeAspect="1"/>
              </p:cNvSpPr>
              <p:nvPr/>
            </p:nvSpPr>
            <p:spPr>
              <a:xfrm>
                <a:off x="1219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1" name="Rectangle 1310"/>
              <p:cNvSpPr>
                <a:spLocks noChangeAspect="1"/>
              </p:cNvSpPr>
              <p:nvPr/>
            </p:nvSpPr>
            <p:spPr>
              <a:xfrm>
                <a:off x="990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2" name="Rectangle 1311"/>
              <p:cNvSpPr>
                <a:spLocks noChangeAspect="1"/>
              </p:cNvSpPr>
              <p:nvPr/>
            </p:nvSpPr>
            <p:spPr>
              <a:xfrm>
                <a:off x="1219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3" name="Rectangle 1312"/>
              <p:cNvSpPr>
                <a:spLocks noChangeAspect="1"/>
              </p:cNvSpPr>
              <p:nvPr/>
            </p:nvSpPr>
            <p:spPr>
              <a:xfrm>
                <a:off x="1447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4" name="Rectangle 1313"/>
              <p:cNvSpPr>
                <a:spLocks noChangeAspect="1"/>
              </p:cNvSpPr>
              <p:nvPr/>
            </p:nvSpPr>
            <p:spPr>
              <a:xfrm>
                <a:off x="1676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5" name="Rectangle 1314"/>
              <p:cNvSpPr>
                <a:spLocks noChangeAspect="1"/>
              </p:cNvSpPr>
              <p:nvPr/>
            </p:nvSpPr>
            <p:spPr>
              <a:xfrm>
                <a:off x="1447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6" name="Rectangle 1315"/>
              <p:cNvSpPr>
                <a:spLocks noChangeAspect="1"/>
              </p:cNvSpPr>
              <p:nvPr/>
            </p:nvSpPr>
            <p:spPr>
              <a:xfrm>
                <a:off x="1676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7" name="Rectangle 1316"/>
              <p:cNvSpPr>
                <a:spLocks noChangeAspect="1"/>
              </p:cNvSpPr>
              <p:nvPr/>
            </p:nvSpPr>
            <p:spPr>
              <a:xfrm>
                <a:off x="1905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8" name="Rectangle 1317"/>
              <p:cNvSpPr>
                <a:spLocks noChangeAspect="1"/>
              </p:cNvSpPr>
              <p:nvPr/>
            </p:nvSpPr>
            <p:spPr>
              <a:xfrm>
                <a:off x="2133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9" name="Rectangle 1318"/>
              <p:cNvSpPr>
                <a:spLocks noChangeAspect="1"/>
              </p:cNvSpPr>
              <p:nvPr/>
            </p:nvSpPr>
            <p:spPr>
              <a:xfrm>
                <a:off x="1905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0" name="Rectangle 1319"/>
              <p:cNvSpPr>
                <a:spLocks noChangeAspect="1"/>
              </p:cNvSpPr>
              <p:nvPr/>
            </p:nvSpPr>
            <p:spPr>
              <a:xfrm>
                <a:off x="2133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1" name="Rectangle 1320"/>
              <p:cNvSpPr>
                <a:spLocks noChangeAspect="1"/>
              </p:cNvSpPr>
              <p:nvPr/>
            </p:nvSpPr>
            <p:spPr>
              <a:xfrm>
                <a:off x="1447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2" name="Rectangle 1321"/>
              <p:cNvSpPr>
                <a:spLocks noChangeAspect="1"/>
              </p:cNvSpPr>
              <p:nvPr/>
            </p:nvSpPr>
            <p:spPr>
              <a:xfrm>
                <a:off x="1676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3" name="Rectangle 1322"/>
              <p:cNvSpPr>
                <a:spLocks noChangeAspect="1"/>
              </p:cNvSpPr>
              <p:nvPr/>
            </p:nvSpPr>
            <p:spPr>
              <a:xfrm>
                <a:off x="1447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4" name="Rectangle 1323"/>
              <p:cNvSpPr>
                <a:spLocks noChangeAspect="1"/>
              </p:cNvSpPr>
              <p:nvPr/>
            </p:nvSpPr>
            <p:spPr>
              <a:xfrm>
                <a:off x="1676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5" name="Rectangle 1324"/>
              <p:cNvSpPr>
                <a:spLocks noChangeAspect="1"/>
              </p:cNvSpPr>
              <p:nvPr/>
            </p:nvSpPr>
            <p:spPr>
              <a:xfrm>
                <a:off x="1905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6" name="Rectangle 1325"/>
              <p:cNvSpPr>
                <a:spLocks noChangeAspect="1"/>
              </p:cNvSpPr>
              <p:nvPr/>
            </p:nvSpPr>
            <p:spPr>
              <a:xfrm>
                <a:off x="2133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7" name="Rectangle 1326"/>
              <p:cNvSpPr>
                <a:spLocks noChangeAspect="1"/>
              </p:cNvSpPr>
              <p:nvPr/>
            </p:nvSpPr>
            <p:spPr>
              <a:xfrm>
                <a:off x="1905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8" name="Rectangle 1327"/>
              <p:cNvSpPr>
                <a:spLocks noChangeAspect="1"/>
              </p:cNvSpPr>
              <p:nvPr/>
            </p:nvSpPr>
            <p:spPr>
              <a:xfrm>
                <a:off x="2133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9" name="Rectangle 1328"/>
              <p:cNvSpPr>
                <a:spLocks noChangeAspect="1"/>
              </p:cNvSpPr>
              <p:nvPr/>
            </p:nvSpPr>
            <p:spPr>
              <a:xfrm>
                <a:off x="4191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0" name="Rectangle 1329"/>
              <p:cNvSpPr>
                <a:spLocks noChangeAspect="1"/>
              </p:cNvSpPr>
              <p:nvPr/>
            </p:nvSpPr>
            <p:spPr>
              <a:xfrm>
                <a:off x="4419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1" name="Rectangle 1330"/>
              <p:cNvSpPr>
                <a:spLocks noChangeAspect="1"/>
              </p:cNvSpPr>
              <p:nvPr/>
            </p:nvSpPr>
            <p:spPr>
              <a:xfrm>
                <a:off x="4191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2" name="Rectangle 1331"/>
              <p:cNvSpPr>
                <a:spLocks noChangeAspect="1"/>
              </p:cNvSpPr>
              <p:nvPr/>
            </p:nvSpPr>
            <p:spPr>
              <a:xfrm>
                <a:off x="4419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3" name="Rectangle 1332"/>
              <p:cNvSpPr>
                <a:spLocks noChangeAspect="1"/>
              </p:cNvSpPr>
              <p:nvPr/>
            </p:nvSpPr>
            <p:spPr>
              <a:xfrm>
                <a:off x="990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4" name="Rectangle 1333"/>
              <p:cNvSpPr>
                <a:spLocks noChangeAspect="1"/>
              </p:cNvSpPr>
              <p:nvPr/>
            </p:nvSpPr>
            <p:spPr>
              <a:xfrm>
                <a:off x="1219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5" name="Rectangle 1334"/>
              <p:cNvSpPr>
                <a:spLocks noChangeAspect="1"/>
              </p:cNvSpPr>
              <p:nvPr/>
            </p:nvSpPr>
            <p:spPr>
              <a:xfrm>
                <a:off x="990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6" name="Rectangle 1335"/>
              <p:cNvSpPr>
                <a:spLocks noChangeAspect="1"/>
              </p:cNvSpPr>
              <p:nvPr/>
            </p:nvSpPr>
            <p:spPr>
              <a:xfrm>
                <a:off x="1219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7" name="Rectangle 1336"/>
              <p:cNvSpPr>
                <a:spLocks noChangeAspect="1"/>
              </p:cNvSpPr>
              <p:nvPr/>
            </p:nvSpPr>
            <p:spPr>
              <a:xfrm>
                <a:off x="4191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8" name="Rectangle 1337"/>
              <p:cNvSpPr>
                <a:spLocks noChangeAspect="1"/>
              </p:cNvSpPr>
              <p:nvPr/>
            </p:nvSpPr>
            <p:spPr>
              <a:xfrm>
                <a:off x="4419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9" name="Rectangle 1338"/>
              <p:cNvSpPr>
                <a:spLocks noChangeAspect="1"/>
              </p:cNvSpPr>
              <p:nvPr/>
            </p:nvSpPr>
            <p:spPr>
              <a:xfrm>
                <a:off x="4191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0" name="Rectangle 1339"/>
              <p:cNvSpPr>
                <a:spLocks noChangeAspect="1"/>
              </p:cNvSpPr>
              <p:nvPr/>
            </p:nvSpPr>
            <p:spPr>
              <a:xfrm>
                <a:off x="4419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1" name="Rectangle 1340"/>
              <p:cNvSpPr>
                <a:spLocks noChangeAspect="1"/>
              </p:cNvSpPr>
              <p:nvPr/>
            </p:nvSpPr>
            <p:spPr>
              <a:xfrm>
                <a:off x="990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2" name="Rectangle 1341"/>
              <p:cNvSpPr>
                <a:spLocks noChangeAspect="1"/>
              </p:cNvSpPr>
              <p:nvPr/>
            </p:nvSpPr>
            <p:spPr>
              <a:xfrm>
                <a:off x="1219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3" name="Rectangle 1342"/>
              <p:cNvSpPr>
                <a:spLocks noChangeAspect="1"/>
              </p:cNvSpPr>
              <p:nvPr/>
            </p:nvSpPr>
            <p:spPr>
              <a:xfrm>
                <a:off x="990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4" name="Rectangle 1343"/>
              <p:cNvSpPr>
                <a:spLocks noChangeAspect="1"/>
              </p:cNvSpPr>
              <p:nvPr/>
            </p:nvSpPr>
            <p:spPr>
              <a:xfrm>
                <a:off x="1219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5" name="Rectangle 1344"/>
              <p:cNvSpPr>
                <a:spLocks noChangeAspect="1"/>
              </p:cNvSpPr>
              <p:nvPr/>
            </p:nvSpPr>
            <p:spPr>
              <a:xfrm>
                <a:off x="1447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6" name="Rectangle 1345"/>
              <p:cNvSpPr>
                <a:spLocks noChangeAspect="1"/>
              </p:cNvSpPr>
              <p:nvPr/>
            </p:nvSpPr>
            <p:spPr>
              <a:xfrm>
                <a:off x="1676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7" name="Rectangle 1346"/>
              <p:cNvSpPr>
                <a:spLocks noChangeAspect="1"/>
              </p:cNvSpPr>
              <p:nvPr/>
            </p:nvSpPr>
            <p:spPr>
              <a:xfrm>
                <a:off x="1447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8" name="Rectangle 1347"/>
              <p:cNvSpPr>
                <a:spLocks noChangeAspect="1"/>
              </p:cNvSpPr>
              <p:nvPr/>
            </p:nvSpPr>
            <p:spPr>
              <a:xfrm>
                <a:off x="1676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9" name="Rectangle 1348"/>
              <p:cNvSpPr>
                <a:spLocks noChangeAspect="1"/>
              </p:cNvSpPr>
              <p:nvPr/>
            </p:nvSpPr>
            <p:spPr>
              <a:xfrm>
                <a:off x="1905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0" name="Rectangle 1349"/>
              <p:cNvSpPr>
                <a:spLocks noChangeAspect="1"/>
              </p:cNvSpPr>
              <p:nvPr/>
            </p:nvSpPr>
            <p:spPr>
              <a:xfrm>
                <a:off x="2133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1" name="Rectangle 1350"/>
              <p:cNvSpPr>
                <a:spLocks noChangeAspect="1"/>
              </p:cNvSpPr>
              <p:nvPr/>
            </p:nvSpPr>
            <p:spPr>
              <a:xfrm>
                <a:off x="1905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2" name="Rectangle 1351"/>
              <p:cNvSpPr>
                <a:spLocks noChangeAspect="1"/>
              </p:cNvSpPr>
              <p:nvPr/>
            </p:nvSpPr>
            <p:spPr>
              <a:xfrm>
                <a:off x="2133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3" name="Rectangle 1352"/>
              <p:cNvSpPr>
                <a:spLocks noChangeAspect="1"/>
              </p:cNvSpPr>
              <p:nvPr/>
            </p:nvSpPr>
            <p:spPr>
              <a:xfrm>
                <a:off x="1447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4" name="Rectangle 1353"/>
              <p:cNvSpPr>
                <a:spLocks noChangeAspect="1"/>
              </p:cNvSpPr>
              <p:nvPr/>
            </p:nvSpPr>
            <p:spPr>
              <a:xfrm>
                <a:off x="1676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5" name="Rectangle 1354"/>
              <p:cNvSpPr>
                <a:spLocks noChangeAspect="1"/>
              </p:cNvSpPr>
              <p:nvPr/>
            </p:nvSpPr>
            <p:spPr>
              <a:xfrm>
                <a:off x="1447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6" name="Rectangle 1355"/>
              <p:cNvSpPr>
                <a:spLocks noChangeAspect="1"/>
              </p:cNvSpPr>
              <p:nvPr/>
            </p:nvSpPr>
            <p:spPr>
              <a:xfrm>
                <a:off x="1676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7" name="Rectangle 1356"/>
              <p:cNvSpPr>
                <a:spLocks noChangeAspect="1"/>
              </p:cNvSpPr>
              <p:nvPr/>
            </p:nvSpPr>
            <p:spPr>
              <a:xfrm>
                <a:off x="1905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8" name="Rectangle 1357"/>
              <p:cNvSpPr>
                <a:spLocks noChangeAspect="1"/>
              </p:cNvSpPr>
              <p:nvPr/>
            </p:nvSpPr>
            <p:spPr>
              <a:xfrm>
                <a:off x="2133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9" name="Rectangle 1358"/>
              <p:cNvSpPr>
                <a:spLocks noChangeAspect="1"/>
              </p:cNvSpPr>
              <p:nvPr/>
            </p:nvSpPr>
            <p:spPr>
              <a:xfrm>
                <a:off x="1905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0" name="Rectangle 1359"/>
              <p:cNvSpPr>
                <a:spLocks noChangeAspect="1"/>
              </p:cNvSpPr>
              <p:nvPr/>
            </p:nvSpPr>
            <p:spPr>
              <a:xfrm>
                <a:off x="2133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1" name="Rectangle 1360"/>
              <p:cNvSpPr>
                <a:spLocks noChangeAspect="1"/>
              </p:cNvSpPr>
              <p:nvPr/>
            </p:nvSpPr>
            <p:spPr>
              <a:xfrm>
                <a:off x="2362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/>
              <p:cNvSpPr>
                <a:spLocks noChangeAspect="1"/>
              </p:cNvSpPr>
              <p:nvPr/>
            </p:nvSpPr>
            <p:spPr>
              <a:xfrm>
                <a:off x="2590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/>
              <p:cNvSpPr>
                <a:spLocks noChangeAspect="1"/>
              </p:cNvSpPr>
              <p:nvPr/>
            </p:nvSpPr>
            <p:spPr>
              <a:xfrm>
                <a:off x="2362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4" name="Rectangle 1363"/>
              <p:cNvSpPr>
                <a:spLocks noChangeAspect="1"/>
              </p:cNvSpPr>
              <p:nvPr/>
            </p:nvSpPr>
            <p:spPr>
              <a:xfrm>
                <a:off x="2590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/>
              <p:cNvSpPr>
                <a:spLocks noChangeAspect="1"/>
              </p:cNvSpPr>
              <p:nvPr/>
            </p:nvSpPr>
            <p:spPr>
              <a:xfrm>
                <a:off x="2819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/>
              <p:cNvSpPr>
                <a:spLocks noChangeAspect="1"/>
              </p:cNvSpPr>
              <p:nvPr/>
            </p:nvSpPr>
            <p:spPr>
              <a:xfrm>
                <a:off x="3048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7" name="Rectangle 1366"/>
              <p:cNvSpPr>
                <a:spLocks noChangeAspect="1"/>
              </p:cNvSpPr>
              <p:nvPr/>
            </p:nvSpPr>
            <p:spPr>
              <a:xfrm>
                <a:off x="2819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>
                <a:spLocks noChangeAspect="1"/>
              </p:cNvSpPr>
              <p:nvPr/>
            </p:nvSpPr>
            <p:spPr>
              <a:xfrm>
                <a:off x="3048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9" name="Rectangle 1368"/>
              <p:cNvSpPr>
                <a:spLocks noChangeAspect="1"/>
              </p:cNvSpPr>
              <p:nvPr/>
            </p:nvSpPr>
            <p:spPr>
              <a:xfrm>
                <a:off x="2362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0" name="Rectangle 1369"/>
              <p:cNvSpPr>
                <a:spLocks noChangeAspect="1"/>
              </p:cNvSpPr>
              <p:nvPr/>
            </p:nvSpPr>
            <p:spPr>
              <a:xfrm>
                <a:off x="2590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1" name="Rectangle 1370"/>
              <p:cNvSpPr>
                <a:spLocks noChangeAspect="1"/>
              </p:cNvSpPr>
              <p:nvPr/>
            </p:nvSpPr>
            <p:spPr>
              <a:xfrm>
                <a:off x="2362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2" name="Rectangle 1371"/>
              <p:cNvSpPr>
                <a:spLocks noChangeAspect="1"/>
              </p:cNvSpPr>
              <p:nvPr/>
            </p:nvSpPr>
            <p:spPr>
              <a:xfrm>
                <a:off x="2590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3" name="Rectangle 1372"/>
              <p:cNvSpPr>
                <a:spLocks noChangeAspect="1"/>
              </p:cNvSpPr>
              <p:nvPr/>
            </p:nvSpPr>
            <p:spPr>
              <a:xfrm>
                <a:off x="2819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4" name="Rectangle 1373"/>
              <p:cNvSpPr>
                <a:spLocks noChangeAspect="1"/>
              </p:cNvSpPr>
              <p:nvPr/>
            </p:nvSpPr>
            <p:spPr>
              <a:xfrm>
                <a:off x="3048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5" name="Rectangle 1374"/>
              <p:cNvSpPr>
                <a:spLocks noChangeAspect="1"/>
              </p:cNvSpPr>
              <p:nvPr/>
            </p:nvSpPr>
            <p:spPr>
              <a:xfrm>
                <a:off x="2819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6" name="Rectangle 1375"/>
              <p:cNvSpPr>
                <a:spLocks noChangeAspect="1"/>
              </p:cNvSpPr>
              <p:nvPr/>
            </p:nvSpPr>
            <p:spPr>
              <a:xfrm>
                <a:off x="3048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7" name="Rectangle 1376"/>
              <p:cNvSpPr>
                <a:spLocks noChangeAspect="1"/>
              </p:cNvSpPr>
              <p:nvPr/>
            </p:nvSpPr>
            <p:spPr>
              <a:xfrm>
                <a:off x="3276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>
                <a:spLocks noChangeAspect="1"/>
              </p:cNvSpPr>
              <p:nvPr/>
            </p:nvSpPr>
            <p:spPr>
              <a:xfrm>
                <a:off x="3505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9" name="Rectangle 1378"/>
              <p:cNvSpPr>
                <a:spLocks noChangeAspect="1"/>
              </p:cNvSpPr>
              <p:nvPr/>
            </p:nvSpPr>
            <p:spPr>
              <a:xfrm>
                <a:off x="3276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0" name="Rectangle 1379"/>
              <p:cNvSpPr>
                <a:spLocks noChangeAspect="1"/>
              </p:cNvSpPr>
              <p:nvPr/>
            </p:nvSpPr>
            <p:spPr>
              <a:xfrm>
                <a:off x="3505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1" name="Rectangle 1380"/>
              <p:cNvSpPr>
                <a:spLocks noChangeAspect="1"/>
              </p:cNvSpPr>
              <p:nvPr/>
            </p:nvSpPr>
            <p:spPr>
              <a:xfrm>
                <a:off x="3733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2" name="Rectangle 1381"/>
              <p:cNvSpPr>
                <a:spLocks noChangeAspect="1"/>
              </p:cNvSpPr>
              <p:nvPr/>
            </p:nvSpPr>
            <p:spPr>
              <a:xfrm>
                <a:off x="3962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3" name="Rectangle 1382"/>
              <p:cNvSpPr>
                <a:spLocks noChangeAspect="1"/>
              </p:cNvSpPr>
              <p:nvPr/>
            </p:nvSpPr>
            <p:spPr>
              <a:xfrm>
                <a:off x="3733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4" name="Rectangle 1383"/>
              <p:cNvSpPr>
                <a:spLocks noChangeAspect="1"/>
              </p:cNvSpPr>
              <p:nvPr/>
            </p:nvSpPr>
            <p:spPr>
              <a:xfrm>
                <a:off x="3962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5" name="Rectangle 1384"/>
              <p:cNvSpPr>
                <a:spLocks noChangeAspect="1"/>
              </p:cNvSpPr>
              <p:nvPr/>
            </p:nvSpPr>
            <p:spPr>
              <a:xfrm>
                <a:off x="3276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6" name="Rectangle 1385"/>
              <p:cNvSpPr>
                <a:spLocks noChangeAspect="1"/>
              </p:cNvSpPr>
              <p:nvPr/>
            </p:nvSpPr>
            <p:spPr>
              <a:xfrm>
                <a:off x="3505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7" name="Rectangle 1386"/>
              <p:cNvSpPr>
                <a:spLocks noChangeAspect="1"/>
              </p:cNvSpPr>
              <p:nvPr/>
            </p:nvSpPr>
            <p:spPr>
              <a:xfrm>
                <a:off x="3276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8" name="Rectangle 1387"/>
              <p:cNvSpPr>
                <a:spLocks noChangeAspect="1"/>
              </p:cNvSpPr>
              <p:nvPr/>
            </p:nvSpPr>
            <p:spPr>
              <a:xfrm>
                <a:off x="3505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9" name="Rectangle 1388"/>
              <p:cNvSpPr>
                <a:spLocks noChangeAspect="1"/>
              </p:cNvSpPr>
              <p:nvPr/>
            </p:nvSpPr>
            <p:spPr>
              <a:xfrm>
                <a:off x="3733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0" name="Rectangle 1389"/>
              <p:cNvSpPr>
                <a:spLocks noChangeAspect="1"/>
              </p:cNvSpPr>
              <p:nvPr/>
            </p:nvSpPr>
            <p:spPr>
              <a:xfrm>
                <a:off x="3962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1" name="Rectangle 1390"/>
              <p:cNvSpPr>
                <a:spLocks noChangeAspect="1"/>
              </p:cNvSpPr>
              <p:nvPr/>
            </p:nvSpPr>
            <p:spPr>
              <a:xfrm>
                <a:off x="3733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2" name="Rectangle 1391"/>
              <p:cNvSpPr>
                <a:spLocks noChangeAspect="1"/>
              </p:cNvSpPr>
              <p:nvPr/>
            </p:nvSpPr>
            <p:spPr>
              <a:xfrm>
                <a:off x="3962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3" name="Rectangle 1392"/>
              <p:cNvSpPr>
                <a:spLocks noChangeAspect="1"/>
              </p:cNvSpPr>
              <p:nvPr/>
            </p:nvSpPr>
            <p:spPr>
              <a:xfrm>
                <a:off x="2362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4" name="Rectangle 1393"/>
              <p:cNvSpPr>
                <a:spLocks noChangeAspect="1"/>
              </p:cNvSpPr>
              <p:nvPr/>
            </p:nvSpPr>
            <p:spPr>
              <a:xfrm>
                <a:off x="2590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5" name="Rectangle 1394"/>
              <p:cNvSpPr>
                <a:spLocks noChangeAspect="1"/>
              </p:cNvSpPr>
              <p:nvPr/>
            </p:nvSpPr>
            <p:spPr>
              <a:xfrm>
                <a:off x="2362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6" name="Rectangle 1395"/>
              <p:cNvSpPr>
                <a:spLocks noChangeAspect="1"/>
              </p:cNvSpPr>
              <p:nvPr/>
            </p:nvSpPr>
            <p:spPr>
              <a:xfrm>
                <a:off x="2590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7" name="Rectangle 1396"/>
              <p:cNvSpPr>
                <a:spLocks noChangeAspect="1"/>
              </p:cNvSpPr>
              <p:nvPr/>
            </p:nvSpPr>
            <p:spPr>
              <a:xfrm>
                <a:off x="2819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8" name="Rectangle 1397"/>
              <p:cNvSpPr>
                <a:spLocks noChangeAspect="1"/>
              </p:cNvSpPr>
              <p:nvPr/>
            </p:nvSpPr>
            <p:spPr>
              <a:xfrm>
                <a:off x="3048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9" name="Rectangle 1398"/>
              <p:cNvSpPr>
                <a:spLocks noChangeAspect="1"/>
              </p:cNvSpPr>
              <p:nvPr/>
            </p:nvSpPr>
            <p:spPr>
              <a:xfrm>
                <a:off x="2819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0" name="Rectangle 1399"/>
              <p:cNvSpPr>
                <a:spLocks noChangeAspect="1"/>
              </p:cNvSpPr>
              <p:nvPr/>
            </p:nvSpPr>
            <p:spPr>
              <a:xfrm>
                <a:off x="3048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1" name="Rectangle 1400"/>
              <p:cNvSpPr>
                <a:spLocks noChangeAspect="1"/>
              </p:cNvSpPr>
              <p:nvPr/>
            </p:nvSpPr>
            <p:spPr>
              <a:xfrm>
                <a:off x="2362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2" name="Rectangle 1401"/>
              <p:cNvSpPr>
                <a:spLocks noChangeAspect="1"/>
              </p:cNvSpPr>
              <p:nvPr/>
            </p:nvSpPr>
            <p:spPr>
              <a:xfrm>
                <a:off x="2590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3" name="Rectangle 1402"/>
              <p:cNvSpPr>
                <a:spLocks noChangeAspect="1"/>
              </p:cNvSpPr>
              <p:nvPr/>
            </p:nvSpPr>
            <p:spPr>
              <a:xfrm>
                <a:off x="2362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4" name="Rectangle 1403"/>
              <p:cNvSpPr>
                <a:spLocks noChangeAspect="1"/>
              </p:cNvSpPr>
              <p:nvPr/>
            </p:nvSpPr>
            <p:spPr>
              <a:xfrm>
                <a:off x="2590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5" name="Rectangle 1404"/>
              <p:cNvSpPr>
                <a:spLocks noChangeAspect="1"/>
              </p:cNvSpPr>
              <p:nvPr/>
            </p:nvSpPr>
            <p:spPr>
              <a:xfrm>
                <a:off x="2819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6" name="Rectangle 1405"/>
              <p:cNvSpPr>
                <a:spLocks noChangeAspect="1"/>
              </p:cNvSpPr>
              <p:nvPr/>
            </p:nvSpPr>
            <p:spPr>
              <a:xfrm>
                <a:off x="3048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7" name="Rectangle 1406"/>
              <p:cNvSpPr>
                <a:spLocks noChangeAspect="1"/>
              </p:cNvSpPr>
              <p:nvPr/>
            </p:nvSpPr>
            <p:spPr>
              <a:xfrm>
                <a:off x="2819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8" name="Rectangle 1407"/>
              <p:cNvSpPr>
                <a:spLocks noChangeAspect="1"/>
              </p:cNvSpPr>
              <p:nvPr/>
            </p:nvSpPr>
            <p:spPr>
              <a:xfrm>
                <a:off x="3048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9" name="Rectangle 1408"/>
              <p:cNvSpPr>
                <a:spLocks noChangeAspect="1"/>
              </p:cNvSpPr>
              <p:nvPr/>
            </p:nvSpPr>
            <p:spPr>
              <a:xfrm>
                <a:off x="3276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0" name="Rectangle 1409"/>
              <p:cNvSpPr>
                <a:spLocks noChangeAspect="1"/>
              </p:cNvSpPr>
              <p:nvPr/>
            </p:nvSpPr>
            <p:spPr>
              <a:xfrm>
                <a:off x="3505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1" name="Rectangle 1410"/>
              <p:cNvSpPr>
                <a:spLocks noChangeAspect="1"/>
              </p:cNvSpPr>
              <p:nvPr/>
            </p:nvSpPr>
            <p:spPr>
              <a:xfrm>
                <a:off x="3276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2" name="Rectangle 1411"/>
              <p:cNvSpPr>
                <a:spLocks noChangeAspect="1"/>
              </p:cNvSpPr>
              <p:nvPr/>
            </p:nvSpPr>
            <p:spPr>
              <a:xfrm>
                <a:off x="3505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3" name="Rectangle 1412"/>
              <p:cNvSpPr>
                <a:spLocks noChangeAspect="1"/>
              </p:cNvSpPr>
              <p:nvPr/>
            </p:nvSpPr>
            <p:spPr>
              <a:xfrm>
                <a:off x="3733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4" name="Rectangle 1413"/>
              <p:cNvSpPr>
                <a:spLocks noChangeAspect="1"/>
              </p:cNvSpPr>
              <p:nvPr/>
            </p:nvSpPr>
            <p:spPr>
              <a:xfrm>
                <a:off x="3962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5" name="Rectangle 1414"/>
              <p:cNvSpPr>
                <a:spLocks noChangeAspect="1"/>
              </p:cNvSpPr>
              <p:nvPr/>
            </p:nvSpPr>
            <p:spPr>
              <a:xfrm>
                <a:off x="3733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6" name="Rectangle 1415"/>
              <p:cNvSpPr>
                <a:spLocks noChangeAspect="1"/>
              </p:cNvSpPr>
              <p:nvPr/>
            </p:nvSpPr>
            <p:spPr>
              <a:xfrm>
                <a:off x="3962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7" name="Rectangle 1416"/>
              <p:cNvSpPr>
                <a:spLocks noChangeAspect="1"/>
              </p:cNvSpPr>
              <p:nvPr/>
            </p:nvSpPr>
            <p:spPr>
              <a:xfrm>
                <a:off x="3276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8" name="Rectangle 1417"/>
              <p:cNvSpPr>
                <a:spLocks noChangeAspect="1"/>
              </p:cNvSpPr>
              <p:nvPr/>
            </p:nvSpPr>
            <p:spPr>
              <a:xfrm>
                <a:off x="3505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9" name="Rectangle 1418"/>
              <p:cNvSpPr>
                <a:spLocks noChangeAspect="1"/>
              </p:cNvSpPr>
              <p:nvPr/>
            </p:nvSpPr>
            <p:spPr>
              <a:xfrm>
                <a:off x="3276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0" name="Rectangle 1419"/>
              <p:cNvSpPr>
                <a:spLocks noChangeAspect="1"/>
              </p:cNvSpPr>
              <p:nvPr/>
            </p:nvSpPr>
            <p:spPr>
              <a:xfrm>
                <a:off x="3505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1" name="Rectangle 1420"/>
              <p:cNvSpPr>
                <a:spLocks noChangeAspect="1"/>
              </p:cNvSpPr>
              <p:nvPr/>
            </p:nvSpPr>
            <p:spPr>
              <a:xfrm>
                <a:off x="3733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2" name="Rectangle 1421"/>
              <p:cNvSpPr>
                <a:spLocks noChangeAspect="1"/>
              </p:cNvSpPr>
              <p:nvPr/>
            </p:nvSpPr>
            <p:spPr>
              <a:xfrm>
                <a:off x="3962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3" name="Rectangle 1422"/>
              <p:cNvSpPr>
                <a:spLocks noChangeAspect="1"/>
              </p:cNvSpPr>
              <p:nvPr/>
            </p:nvSpPr>
            <p:spPr>
              <a:xfrm>
                <a:off x="3733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4" name="Rectangle 1423"/>
              <p:cNvSpPr>
                <a:spLocks noChangeAspect="1"/>
              </p:cNvSpPr>
              <p:nvPr/>
            </p:nvSpPr>
            <p:spPr>
              <a:xfrm>
                <a:off x="3962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5" name="Rectangle 1424"/>
              <p:cNvSpPr>
                <a:spLocks noChangeAspect="1"/>
              </p:cNvSpPr>
              <p:nvPr/>
            </p:nvSpPr>
            <p:spPr>
              <a:xfrm>
                <a:off x="4191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6" name="Rectangle 1425"/>
              <p:cNvSpPr>
                <a:spLocks noChangeAspect="1"/>
              </p:cNvSpPr>
              <p:nvPr/>
            </p:nvSpPr>
            <p:spPr>
              <a:xfrm>
                <a:off x="4419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7" name="Rectangle 1426"/>
              <p:cNvSpPr>
                <a:spLocks noChangeAspect="1"/>
              </p:cNvSpPr>
              <p:nvPr/>
            </p:nvSpPr>
            <p:spPr>
              <a:xfrm>
                <a:off x="4191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8" name="Rectangle 1427"/>
              <p:cNvSpPr>
                <a:spLocks noChangeAspect="1"/>
              </p:cNvSpPr>
              <p:nvPr/>
            </p:nvSpPr>
            <p:spPr>
              <a:xfrm>
                <a:off x="4419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9" name="Rectangle 1428"/>
              <p:cNvSpPr>
                <a:spLocks noChangeAspect="1"/>
              </p:cNvSpPr>
              <p:nvPr/>
            </p:nvSpPr>
            <p:spPr>
              <a:xfrm>
                <a:off x="990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0" name="Rectangle 1429"/>
              <p:cNvSpPr>
                <a:spLocks noChangeAspect="1"/>
              </p:cNvSpPr>
              <p:nvPr/>
            </p:nvSpPr>
            <p:spPr>
              <a:xfrm>
                <a:off x="1219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1" name="Rectangle 1430"/>
              <p:cNvSpPr>
                <a:spLocks noChangeAspect="1"/>
              </p:cNvSpPr>
              <p:nvPr/>
            </p:nvSpPr>
            <p:spPr>
              <a:xfrm>
                <a:off x="990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2" name="Rectangle 1431"/>
              <p:cNvSpPr>
                <a:spLocks noChangeAspect="1"/>
              </p:cNvSpPr>
              <p:nvPr/>
            </p:nvSpPr>
            <p:spPr>
              <a:xfrm>
                <a:off x="1219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3" name="Rectangle 1432"/>
              <p:cNvSpPr>
                <a:spLocks noChangeAspect="1"/>
              </p:cNvSpPr>
              <p:nvPr/>
            </p:nvSpPr>
            <p:spPr>
              <a:xfrm>
                <a:off x="4191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4" name="Rectangle 1433"/>
              <p:cNvSpPr>
                <a:spLocks noChangeAspect="1"/>
              </p:cNvSpPr>
              <p:nvPr/>
            </p:nvSpPr>
            <p:spPr>
              <a:xfrm>
                <a:off x="4419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5" name="Rectangle 1434"/>
              <p:cNvSpPr>
                <a:spLocks noChangeAspect="1"/>
              </p:cNvSpPr>
              <p:nvPr/>
            </p:nvSpPr>
            <p:spPr>
              <a:xfrm>
                <a:off x="4191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6" name="Rectangle 1435"/>
              <p:cNvSpPr>
                <a:spLocks noChangeAspect="1"/>
              </p:cNvSpPr>
              <p:nvPr/>
            </p:nvSpPr>
            <p:spPr>
              <a:xfrm>
                <a:off x="4419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7" name="Rectangle 1436"/>
              <p:cNvSpPr>
                <a:spLocks noChangeAspect="1"/>
              </p:cNvSpPr>
              <p:nvPr/>
            </p:nvSpPr>
            <p:spPr>
              <a:xfrm>
                <a:off x="990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8" name="Rectangle 1437"/>
              <p:cNvSpPr>
                <a:spLocks noChangeAspect="1"/>
              </p:cNvSpPr>
              <p:nvPr/>
            </p:nvSpPr>
            <p:spPr>
              <a:xfrm>
                <a:off x="1219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9" name="Rectangle 1438"/>
              <p:cNvSpPr>
                <a:spLocks noChangeAspect="1"/>
              </p:cNvSpPr>
              <p:nvPr/>
            </p:nvSpPr>
            <p:spPr>
              <a:xfrm>
                <a:off x="990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0" name="Rectangle 1439"/>
              <p:cNvSpPr>
                <a:spLocks noChangeAspect="1"/>
              </p:cNvSpPr>
              <p:nvPr/>
            </p:nvSpPr>
            <p:spPr>
              <a:xfrm>
                <a:off x="1219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1" name="Rectangle 1440"/>
              <p:cNvSpPr>
                <a:spLocks noChangeAspect="1"/>
              </p:cNvSpPr>
              <p:nvPr/>
            </p:nvSpPr>
            <p:spPr>
              <a:xfrm>
                <a:off x="1447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2" name="Rectangle 1441"/>
              <p:cNvSpPr>
                <a:spLocks noChangeAspect="1"/>
              </p:cNvSpPr>
              <p:nvPr/>
            </p:nvSpPr>
            <p:spPr>
              <a:xfrm>
                <a:off x="1676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3" name="Rectangle 1442"/>
              <p:cNvSpPr>
                <a:spLocks noChangeAspect="1"/>
              </p:cNvSpPr>
              <p:nvPr/>
            </p:nvSpPr>
            <p:spPr>
              <a:xfrm>
                <a:off x="1447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4" name="Rectangle 1443"/>
              <p:cNvSpPr>
                <a:spLocks noChangeAspect="1"/>
              </p:cNvSpPr>
              <p:nvPr/>
            </p:nvSpPr>
            <p:spPr>
              <a:xfrm>
                <a:off x="1676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5" name="Rectangle 1444"/>
              <p:cNvSpPr>
                <a:spLocks noChangeAspect="1"/>
              </p:cNvSpPr>
              <p:nvPr/>
            </p:nvSpPr>
            <p:spPr>
              <a:xfrm>
                <a:off x="1905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6" name="Rectangle 1445"/>
              <p:cNvSpPr>
                <a:spLocks noChangeAspect="1"/>
              </p:cNvSpPr>
              <p:nvPr/>
            </p:nvSpPr>
            <p:spPr>
              <a:xfrm>
                <a:off x="2133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7" name="Rectangle 1446"/>
              <p:cNvSpPr>
                <a:spLocks noChangeAspect="1"/>
              </p:cNvSpPr>
              <p:nvPr/>
            </p:nvSpPr>
            <p:spPr>
              <a:xfrm>
                <a:off x="1905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8" name="Rectangle 1447"/>
              <p:cNvSpPr>
                <a:spLocks noChangeAspect="1"/>
              </p:cNvSpPr>
              <p:nvPr/>
            </p:nvSpPr>
            <p:spPr>
              <a:xfrm>
                <a:off x="2133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9" name="Rectangle 1448"/>
              <p:cNvSpPr>
                <a:spLocks noChangeAspect="1"/>
              </p:cNvSpPr>
              <p:nvPr/>
            </p:nvSpPr>
            <p:spPr>
              <a:xfrm>
                <a:off x="1447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0" name="Rectangle 1449"/>
              <p:cNvSpPr>
                <a:spLocks noChangeAspect="1"/>
              </p:cNvSpPr>
              <p:nvPr/>
            </p:nvSpPr>
            <p:spPr>
              <a:xfrm>
                <a:off x="1676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1" name="Rectangle 1450"/>
              <p:cNvSpPr>
                <a:spLocks noChangeAspect="1"/>
              </p:cNvSpPr>
              <p:nvPr/>
            </p:nvSpPr>
            <p:spPr>
              <a:xfrm>
                <a:off x="1447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2" name="Rectangle 1451"/>
              <p:cNvSpPr>
                <a:spLocks noChangeAspect="1"/>
              </p:cNvSpPr>
              <p:nvPr/>
            </p:nvSpPr>
            <p:spPr>
              <a:xfrm>
                <a:off x="1676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3" name="Rectangle 1452"/>
              <p:cNvSpPr>
                <a:spLocks noChangeAspect="1"/>
              </p:cNvSpPr>
              <p:nvPr/>
            </p:nvSpPr>
            <p:spPr>
              <a:xfrm>
                <a:off x="1905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4" name="Rectangle 1453"/>
              <p:cNvSpPr>
                <a:spLocks noChangeAspect="1"/>
              </p:cNvSpPr>
              <p:nvPr/>
            </p:nvSpPr>
            <p:spPr>
              <a:xfrm>
                <a:off x="2133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5" name="Rectangle 1454"/>
              <p:cNvSpPr>
                <a:spLocks noChangeAspect="1"/>
              </p:cNvSpPr>
              <p:nvPr/>
            </p:nvSpPr>
            <p:spPr>
              <a:xfrm>
                <a:off x="1905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6" name="Rectangle 1455"/>
              <p:cNvSpPr>
                <a:spLocks noChangeAspect="1"/>
              </p:cNvSpPr>
              <p:nvPr/>
            </p:nvSpPr>
            <p:spPr>
              <a:xfrm>
                <a:off x="2133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7" name="Rectangle 1456"/>
              <p:cNvSpPr>
                <a:spLocks noChangeAspect="1"/>
              </p:cNvSpPr>
              <p:nvPr/>
            </p:nvSpPr>
            <p:spPr>
              <a:xfrm>
                <a:off x="4191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8" name="Rectangle 1457"/>
              <p:cNvSpPr>
                <a:spLocks noChangeAspect="1"/>
              </p:cNvSpPr>
              <p:nvPr/>
            </p:nvSpPr>
            <p:spPr>
              <a:xfrm>
                <a:off x="4419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9" name="Rectangle 1458"/>
              <p:cNvSpPr>
                <a:spLocks noChangeAspect="1"/>
              </p:cNvSpPr>
              <p:nvPr/>
            </p:nvSpPr>
            <p:spPr>
              <a:xfrm>
                <a:off x="4191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0" name="Rectangle 1459"/>
              <p:cNvSpPr>
                <a:spLocks noChangeAspect="1"/>
              </p:cNvSpPr>
              <p:nvPr/>
            </p:nvSpPr>
            <p:spPr>
              <a:xfrm>
                <a:off x="4419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1" name="Rectangle 1460"/>
              <p:cNvSpPr>
                <a:spLocks noChangeAspect="1"/>
              </p:cNvSpPr>
              <p:nvPr/>
            </p:nvSpPr>
            <p:spPr>
              <a:xfrm>
                <a:off x="990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2" name="Rectangle 1461"/>
              <p:cNvSpPr>
                <a:spLocks noChangeAspect="1"/>
              </p:cNvSpPr>
              <p:nvPr/>
            </p:nvSpPr>
            <p:spPr>
              <a:xfrm>
                <a:off x="1219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3" name="Rectangle 1462"/>
              <p:cNvSpPr>
                <a:spLocks noChangeAspect="1"/>
              </p:cNvSpPr>
              <p:nvPr/>
            </p:nvSpPr>
            <p:spPr>
              <a:xfrm>
                <a:off x="990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4" name="Rectangle 1463"/>
              <p:cNvSpPr>
                <a:spLocks noChangeAspect="1"/>
              </p:cNvSpPr>
              <p:nvPr/>
            </p:nvSpPr>
            <p:spPr>
              <a:xfrm>
                <a:off x="1219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5" name="Rectangle 1464"/>
              <p:cNvSpPr>
                <a:spLocks noChangeAspect="1"/>
              </p:cNvSpPr>
              <p:nvPr/>
            </p:nvSpPr>
            <p:spPr>
              <a:xfrm>
                <a:off x="4191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6" name="Rectangle 1465"/>
              <p:cNvSpPr>
                <a:spLocks noChangeAspect="1"/>
              </p:cNvSpPr>
              <p:nvPr/>
            </p:nvSpPr>
            <p:spPr>
              <a:xfrm>
                <a:off x="4419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7" name="Rectangle 1466"/>
              <p:cNvSpPr>
                <a:spLocks noChangeAspect="1"/>
              </p:cNvSpPr>
              <p:nvPr/>
            </p:nvSpPr>
            <p:spPr>
              <a:xfrm>
                <a:off x="4191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8" name="Rectangle 1467"/>
              <p:cNvSpPr>
                <a:spLocks noChangeAspect="1"/>
              </p:cNvSpPr>
              <p:nvPr/>
            </p:nvSpPr>
            <p:spPr>
              <a:xfrm>
                <a:off x="4419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9" name="Rectangle 1468"/>
              <p:cNvSpPr>
                <a:spLocks noChangeAspect="1"/>
              </p:cNvSpPr>
              <p:nvPr/>
            </p:nvSpPr>
            <p:spPr>
              <a:xfrm>
                <a:off x="990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0" name="Rectangle 1469"/>
              <p:cNvSpPr>
                <a:spLocks noChangeAspect="1"/>
              </p:cNvSpPr>
              <p:nvPr/>
            </p:nvSpPr>
            <p:spPr>
              <a:xfrm>
                <a:off x="1219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1" name="Rectangle 1470"/>
              <p:cNvSpPr>
                <a:spLocks noChangeAspect="1"/>
              </p:cNvSpPr>
              <p:nvPr/>
            </p:nvSpPr>
            <p:spPr>
              <a:xfrm>
                <a:off x="990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2" name="Rectangle 1471"/>
              <p:cNvSpPr>
                <a:spLocks noChangeAspect="1"/>
              </p:cNvSpPr>
              <p:nvPr/>
            </p:nvSpPr>
            <p:spPr>
              <a:xfrm>
                <a:off x="1219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3" name="Rectangle 1472"/>
              <p:cNvSpPr>
                <a:spLocks noChangeAspect="1"/>
              </p:cNvSpPr>
              <p:nvPr/>
            </p:nvSpPr>
            <p:spPr>
              <a:xfrm>
                <a:off x="1447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4" name="Rectangle 1473"/>
              <p:cNvSpPr>
                <a:spLocks noChangeAspect="1"/>
              </p:cNvSpPr>
              <p:nvPr/>
            </p:nvSpPr>
            <p:spPr>
              <a:xfrm>
                <a:off x="1676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5" name="Rectangle 1474"/>
              <p:cNvSpPr>
                <a:spLocks noChangeAspect="1"/>
              </p:cNvSpPr>
              <p:nvPr/>
            </p:nvSpPr>
            <p:spPr>
              <a:xfrm>
                <a:off x="1447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6" name="Rectangle 1475"/>
              <p:cNvSpPr>
                <a:spLocks noChangeAspect="1"/>
              </p:cNvSpPr>
              <p:nvPr/>
            </p:nvSpPr>
            <p:spPr>
              <a:xfrm>
                <a:off x="1676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7" name="Rectangle 1476"/>
              <p:cNvSpPr>
                <a:spLocks noChangeAspect="1"/>
              </p:cNvSpPr>
              <p:nvPr/>
            </p:nvSpPr>
            <p:spPr>
              <a:xfrm>
                <a:off x="1905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8" name="Rectangle 1477"/>
              <p:cNvSpPr>
                <a:spLocks noChangeAspect="1"/>
              </p:cNvSpPr>
              <p:nvPr/>
            </p:nvSpPr>
            <p:spPr>
              <a:xfrm>
                <a:off x="2133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9" name="Rectangle 1478"/>
              <p:cNvSpPr>
                <a:spLocks noChangeAspect="1"/>
              </p:cNvSpPr>
              <p:nvPr/>
            </p:nvSpPr>
            <p:spPr>
              <a:xfrm>
                <a:off x="1905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0" name="Rectangle 1479"/>
              <p:cNvSpPr>
                <a:spLocks noChangeAspect="1"/>
              </p:cNvSpPr>
              <p:nvPr/>
            </p:nvSpPr>
            <p:spPr>
              <a:xfrm>
                <a:off x="2133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1" name="Rectangle 1480"/>
              <p:cNvSpPr>
                <a:spLocks noChangeAspect="1"/>
              </p:cNvSpPr>
              <p:nvPr/>
            </p:nvSpPr>
            <p:spPr>
              <a:xfrm>
                <a:off x="1447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2" name="Rectangle 1481"/>
              <p:cNvSpPr>
                <a:spLocks noChangeAspect="1"/>
              </p:cNvSpPr>
              <p:nvPr/>
            </p:nvSpPr>
            <p:spPr>
              <a:xfrm>
                <a:off x="1676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3" name="Rectangle 1482"/>
              <p:cNvSpPr>
                <a:spLocks noChangeAspect="1"/>
              </p:cNvSpPr>
              <p:nvPr/>
            </p:nvSpPr>
            <p:spPr>
              <a:xfrm>
                <a:off x="1447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4" name="Rectangle 1483"/>
              <p:cNvSpPr>
                <a:spLocks noChangeAspect="1"/>
              </p:cNvSpPr>
              <p:nvPr/>
            </p:nvSpPr>
            <p:spPr>
              <a:xfrm>
                <a:off x="1676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5" name="Rectangle 1484"/>
              <p:cNvSpPr>
                <a:spLocks noChangeAspect="1"/>
              </p:cNvSpPr>
              <p:nvPr/>
            </p:nvSpPr>
            <p:spPr>
              <a:xfrm>
                <a:off x="1905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6" name="Rectangle 1485"/>
              <p:cNvSpPr>
                <a:spLocks noChangeAspect="1"/>
              </p:cNvSpPr>
              <p:nvPr/>
            </p:nvSpPr>
            <p:spPr>
              <a:xfrm>
                <a:off x="2133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7" name="Rectangle 1486"/>
              <p:cNvSpPr>
                <a:spLocks noChangeAspect="1"/>
              </p:cNvSpPr>
              <p:nvPr/>
            </p:nvSpPr>
            <p:spPr>
              <a:xfrm>
                <a:off x="1905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8" name="Rectangle 1487"/>
              <p:cNvSpPr>
                <a:spLocks noChangeAspect="1"/>
              </p:cNvSpPr>
              <p:nvPr/>
            </p:nvSpPr>
            <p:spPr>
              <a:xfrm>
                <a:off x="2133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02" name="Straight Connector 1201"/>
            <p:cNvCxnSpPr>
              <a:cxnSpLocks/>
            </p:cNvCxnSpPr>
            <p:nvPr/>
          </p:nvCxnSpPr>
          <p:spPr>
            <a:xfrm flipH="1">
              <a:off x="2357628" y="1962007"/>
              <a:ext cx="4424172" cy="2962656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3" name="Left Brace 1202"/>
            <p:cNvSpPr/>
            <p:nvPr/>
          </p:nvSpPr>
          <p:spPr>
            <a:xfrm rot="3430242">
              <a:off x="5710203" y="2022620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4" name="Left Brace 1203"/>
            <p:cNvSpPr/>
            <p:nvPr/>
          </p:nvSpPr>
          <p:spPr>
            <a:xfrm rot="3430242">
              <a:off x="5024403" y="2469371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5" name="Left Brace 1204"/>
            <p:cNvSpPr/>
            <p:nvPr/>
          </p:nvSpPr>
          <p:spPr>
            <a:xfrm rot="3430242">
              <a:off x="3651524" y="3382577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6" name="Left Brace 1205"/>
            <p:cNvSpPr/>
            <p:nvPr/>
          </p:nvSpPr>
          <p:spPr>
            <a:xfrm rot="3430242">
              <a:off x="2954504" y="3839777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7" name="Oval 1206"/>
            <p:cNvSpPr/>
            <p:nvPr/>
          </p:nvSpPr>
          <p:spPr>
            <a:xfrm>
              <a:off x="6200025" y="227144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8" name="Oval 1207"/>
            <p:cNvSpPr/>
            <p:nvPr/>
          </p:nvSpPr>
          <p:spPr>
            <a:xfrm>
              <a:off x="5521514" y="27213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9" name="Oval 1208"/>
            <p:cNvSpPr/>
            <p:nvPr/>
          </p:nvSpPr>
          <p:spPr>
            <a:xfrm>
              <a:off x="4843665" y="31785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0" name="Oval 1209"/>
            <p:cNvSpPr/>
            <p:nvPr/>
          </p:nvSpPr>
          <p:spPr>
            <a:xfrm>
              <a:off x="4157865" y="363906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1" name="Oval 1210"/>
            <p:cNvSpPr/>
            <p:nvPr/>
          </p:nvSpPr>
          <p:spPr>
            <a:xfrm>
              <a:off x="3469417" y="409229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2" name="Oval 1211"/>
            <p:cNvSpPr/>
            <p:nvPr/>
          </p:nvSpPr>
          <p:spPr>
            <a:xfrm>
              <a:off x="2791568" y="45501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3" name="Left Brace 1212"/>
            <p:cNvSpPr/>
            <p:nvPr/>
          </p:nvSpPr>
          <p:spPr>
            <a:xfrm rot="3430242">
              <a:off x="4338456" y="2925399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4" name="TextBox 1213"/>
            <p:cNvSpPr txBox="1"/>
            <p:nvPr/>
          </p:nvSpPr>
          <p:spPr>
            <a:xfrm>
              <a:off x="2784042" y="4527604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0</a:t>
              </a:r>
              <a:endParaRPr lang="en-US" sz="1400" b="1" baseline="-25000" dirty="0"/>
            </a:p>
          </p:txBody>
        </p:sp>
        <p:sp>
          <p:nvSpPr>
            <p:cNvPr id="1215" name="TextBox 1214"/>
            <p:cNvSpPr txBox="1"/>
            <p:nvPr/>
          </p:nvSpPr>
          <p:spPr>
            <a:xfrm>
              <a:off x="3461891" y="406245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1</a:t>
              </a:r>
              <a:endParaRPr lang="en-US" sz="1400" b="1" baseline="-25000" dirty="0"/>
            </a:p>
          </p:txBody>
        </p:sp>
        <p:sp>
          <p:nvSpPr>
            <p:cNvPr id="1216" name="TextBox 1215"/>
            <p:cNvSpPr txBox="1"/>
            <p:nvPr/>
          </p:nvSpPr>
          <p:spPr>
            <a:xfrm>
              <a:off x="4152332" y="3614868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2</a:t>
              </a:r>
              <a:endParaRPr lang="en-US" sz="1400" b="1" baseline="-25000" dirty="0"/>
            </a:p>
          </p:txBody>
        </p:sp>
        <p:sp>
          <p:nvSpPr>
            <p:cNvPr id="1217" name="TextBox 1216"/>
            <p:cNvSpPr txBox="1"/>
            <p:nvPr/>
          </p:nvSpPr>
          <p:spPr>
            <a:xfrm>
              <a:off x="4860654" y="3138438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3</a:t>
              </a:r>
              <a:endParaRPr lang="en-US" sz="1400" b="1" baseline="-25000" dirty="0"/>
            </a:p>
          </p:txBody>
        </p:sp>
        <p:sp>
          <p:nvSpPr>
            <p:cNvPr id="1218" name="TextBox 1217"/>
            <p:cNvSpPr txBox="1"/>
            <p:nvPr/>
          </p:nvSpPr>
          <p:spPr>
            <a:xfrm>
              <a:off x="5538503" y="2673287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4</a:t>
              </a:r>
              <a:endParaRPr lang="en-US" sz="1400" b="1" baseline="-25000" dirty="0"/>
            </a:p>
          </p:txBody>
        </p:sp>
        <p:sp>
          <p:nvSpPr>
            <p:cNvPr id="1219" name="TextBox 1218"/>
            <p:cNvSpPr txBox="1"/>
            <p:nvPr/>
          </p:nvSpPr>
          <p:spPr>
            <a:xfrm>
              <a:off x="6228944" y="2217751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5</a:t>
              </a:r>
              <a:endParaRPr lang="en-US" sz="1400" b="1" baseline="-25000" dirty="0"/>
            </a:p>
          </p:txBody>
        </p:sp>
        <p:sp>
          <p:nvSpPr>
            <p:cNvPr id="1220" name="TextBox 1219"/>
            <p:cNvSpPr txBox="1"/>
            <p:nvPr/>
          </p:nvSpPr>
          <p:spPr>
            <a:xfrm>
              <a:off x="2803498" y="3830876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0</a:t>
              </a:r>
              <a:endParaRPr lang="en-US" sz="1400" b="1" baseline="-25000" dirty="0"/>
            </a:p>
          </p:txBody>
        </p:sp>
        <p:sp>
          <p:nvSpPr>
            <p:cNvPr id="1221" name="TextBox 1220"/>
            <p:cNvSpPr txBox="1"/>
            <p:nvPr/>
          </p:nvSpPr>
          <p:spPr>
            <a:xfrm>
              <a:off x="3481347" y="3397529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1</a:t>
              </a:r>
              <a:endParaRPr lang="en-US" sz="1400" b="1" baseline="-25000" dirty="0"/>
            </a:p>
          </p:txBody>
        </p:sp>
        <p:sp>
          <p:nvSpPr>
            <p:cNvPr id="1222" name="TextBox 1221"/>
            <p:cNvSpPr txBox="1"/>
            <p:nvPr/>
          </p:nvSpPr>
          <p:spPr>
            <a:xfrm>
              <a:off x="4171788" y="2934042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2</a:t>
              </a:r>
              <a:endParaRPr lang="en-US" sz="1400" b="1" baseline="-25000" dirty="0"/>
            </a:p>
          </p:txBody>
        </p:sp>
        <p:sp>
          <p:nvSpPr>
            <p:cNvPr id="1223" name="TextBox 1222"/>
            <p:cNvSpPr txBox="1"/>
            <p:nvPr/>
          </p:nvSpPr>
          <p:spPr>
            <a:xfrm>
              <a:off x="4880110" y="2465563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3</a:t>
              </a:r>
              <a:endParaRPr lang="en-US" sz="1400" b="1" baseline="-25000" dirty="0"/>
            </a:p>
          </p:txBody>
        </p:sp>
        <p:sp>
          <p:nvSpPr>
            <p:cNvPr id="1224" name="TextBox 1223"/>
            <p:cNvSpPr txBox="1"/>
            <p:nvPr/>
          </p:nvSpPr>
          <p:spPr>
            <a:xfrm>
              <a:off x="5557959" y="2016314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4</a:t>
              </a:r>
              <a:endParaRPr lang="en-US" sz="1400" b="1" baseline="-25000" dirty="0"/>
            </a:p>
          </p:txBody>
        </p:sp>
        <p:sp>
          <p:nvSpPr>
            <p:cNvPr id="1225" name="TextBox 1224"/>
            <p:cNvSpPr txBox="1"/>
            <p:nvPr/>
          </p:nvSpPr>
          <p:spPr>
            <a:xfrm>
              <a:off x="6757947" y="1684351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s</a:t>
              </a:r>
              <a:endParaRPr lang="en-US" sz="1400" b="1" i="1" baseline="-25000" dirty="0"/>
            </a:p>
          </p:txBody>
        </p:sp>
        <p:sp>
          <p:nvSpPr>
            <p:cNvPr id="1226" name="TextBox 1225"/>
            <p:cNvSpPr txBox="1"/>
            <p:nvPr/>
          </p:nvSpPr>
          <p:spPr>
            <a:xfrm>
              <a:off x="6492902" y="3284551"/>
              <a:ext cx="322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h</a:t>
              </a:r>
              <a:endParaRPr lang="en-US" sz="1400" b="1" i="1" baseline="-25000" dirty="0"/>
            </a:p>
          </p:txBody>
        </p:sp>
        <p:sp>
          <p:nvSpPr>
            <p:cNvPr id="1227" name="TextBox 1226"/>
            <p:cNvSpPr txBox="1"/>
            <p:nvPr/>
          </p:nvSpPr>
          <p:spPr>
            <a:xfrm>
              <a:off x="4391106" y="1030355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v</a:t>
              </a:r>
              <a:endParaRPr lang="en-US" sz="1400" b="1" i="1" baseline="-25000" dirty="0"/>
            </a:p>
          </p:txBody>
        </p:sp>
        <p:sp>
          <p:nvSpPr>
            <p:cNvPr id="1228" name="TextBox 1227"/>
            <p:cNvSpPr txBox="1"/>
            <p:nvPr/>
          </p:nvSpPr>
          <p:spPr>
            <a:xfrm>
              <a:off x="4481601" y="3365725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o</a:t>
              </a:r>
              <a:endParaRPr lang="en-US" sz="1400" b="1" baseline="-25000" dirty="0"/>
            </a:p>
          </p:txBody>
        </p:sp>
        <p:sp>
          <p:nvSpPr>
            <p:cNvPr id="1229" name="TextBox 1228"/>
            <p:cNvSpPr txBox="1"/>
            <p:nvPr/>
          </p:nvSpPr>
          <p:spPr>
            <a:xfrm>
              <a:off x="4749956" y="3376653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a</a:t>
              </a:r>
              <a:endParaRPr lang="en-US" sz="1400" b="1" baseline="-25000" dirty="0"/>
            </a:p>
          </p:txBody>
        </p:sp>
        <p:sp>
          <p:nvSpPr>
            <p:cNvPr id="1230" name="TextBox 1229"/>
            <p:cNvSpPr txBox="1"/>
            <p:nvPr/>
          </p:nvSpPr>
          <p:spPr>
            <a:xfrm>
              <a:off x="5435756" y="3368702"/>
              <a:ext cx="258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c</a:t>
              </a:r>
              <a:endParaRPr lang="en-US" sz="1400" b="1" baseline="-25000" dirty="0"/>
            </a:p>
          </p:txBody>
        </p:sp>
        <p:sp>
          <p:nvSpPr>
            <p:cNvPr id="1231" name="TextBox 1230"/>
            <p:cNvSpPr txBox="1"/>
            <p:nvPr/>
          </p:nvSpPr>
          <p:spPr>
            <a:xfrm>
              <a:off x="4479898" y="3570472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b</a:t>
              </a:r>
              <a:endParaRPr lang="en-US" sz="1400" b="1" baseline="-25000" dirty="0"/>
            </a:p>
          </p:txBody>
        </p:sp>
        <p:sp>
          <p:nvSpPr>
            <p:cNvPr id="1232" name="TextBox 1231"/>
            <p:cNvSpPr txBox="1"/>
            <p:nvPr/>
          </p:nvSpPr>
          <p:spPr>
            <a:xfrm>
              <a:off x="4476960" y="4006796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d</a:t>
              </a:r>
              <a:endParaRPr lang="en-US" sz="1400" b="1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359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oup 298"/>
          <p:cNvGrpSpPr/>
          <p:nvPr/>
        </p:nvGrpSpPr>
        <p:grpSpPr>
          <a:xfrm>
            <a:off x="152400" y="132139"/>
            <a:ext cx="4708417" cy="4303645"/>
            <a:chOff x="2357628" y="1030355"/>
            <a:chExt cx="4708417" cy="4303645"/>
          </a:xfrm>
        </p:grpSpPr>
        <p:sp>
          <p:nvSpPr>
            <p:cNvPr id="300" name="Rectangle 299"/>
            <p:cNvSpPr/>
            <p:nvPr/>
          </p:nvSpPr>
          <p:spPr>
            <a:xfrm>
              <a:off x="4559397" y="3468754"/>
              <a:ext cx="1015658" cy="667869"/>
            </a:xfrm>
            <a:prstGeom prst="rect">
              <a:avLst/>
            </a:prstGeom>
            <a:pattFill prst="wd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1" name="Straight Connector 300"/>
            <p:cNvCxnSpPr/>
            <p:nvPr/>
          </p:nvCxnSpPr>
          <p:spPr>
            <a:xfrm rot="5400000">
              <a:off x="4551457" y="1474963"/>
              <a:ext cx="0" cy="39624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4540806" y="1371600"/>
              <a:ext cx="0" cy="39624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Freeform 302"/>
            <p:cNvSpPr/>
            <p:nvPr/>
          </p:nvSpPr>
          <p:spPr>
            <a:xfrm>
              <a:off x="4185684" y="3450564"/>
              <a:ext cx="355122" cy="241540"/>
            </a:xfrm>
            <a:custGeom>
              <a:avLst/>
              <a:gdLst>
                <a:gd name="connsiteX0" fmla="*/ 0 w 353683"/>
                <a:gd name="connsiteY0" fmla="*/ 241540 h 241540"/>
                <a:gd name="connsiteX1" fmla="*/ 353683 w 353683"/>
                <a:gd name="connsiteY1" fmla="*/ 0 h 241540"/>
                <a:gd name="connsiteX2" fmla="*/ 353683 w 353683"/>
                <a:gd name="connsiteY2" fmla="*/ 241540 h 241540"/>
                <a:gd name="connsiteX3" fmla="*/ 0 w 353683"/>
                <a:gd name="connsiteY3" fmla="*/ 241540 h 24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83" h="241540">
                  <a:moveTo>
                    <a:pt x="0" y="241540"/>
                  </a:moveTo>
                  <a:lnTo>
                    <a:pt x="353683" y="0"/>
                  </a:lnTo>
                  <a:lnTo>
                    <a:pt x="353683" y="241540"/>
                  </a:lnTo>
                  <a:lnTo>
                    <a:pt x="0" y="241540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Freeform 303"/>
            <p:cNvSpPr/>
            <p:nvPr/>
          </p:nvSpPr>
          <p:spPr>
            <a:xfrm>
              <a:off x="3514261" y="3683478"/>
              <a:ext cx="1026543" cy="457200"/>
            </a:xfrm>
            <a:custGeom>
              <a:avLst/>
              <a:gdLst>
                <a:gd name="connsiteX0" fmla="*/ 0 w 1026543"/>
                <a:gd name="connsiteY0" fmla="*/ 448574 h 457200"/>
                <a:gd name="connsiteX1" fmla="*/ 1026543 w 1026543"/>
                <a:gd name="connsiteY1" fmla="*/ 457200 h 457200"/>
                <a:gd name="connsiteX2" fmla="*/ 1026543 w 1026543"/>
                <a:gd name="connsiteY2" fmla="*/ 0 h 457200"/>
                <a:gd name="connsiteX3" fmla="*/ 690113 w 1026543"/>
                <a:gd name="connsiteY3" fmla="*/ 0 h 457200"/>
                <a:gd name="connsiteX4" fmla="*/ 0 w 1026543"/>
                <a:gd name="connsiteY4" fmla="*/ 448574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43" h="457200">
                  <a:moveTo>
                    <a:pt x="0" y="448574"/>
                  </a:moveTo>
                  <a:lnTo>
                    <a:pt x="1026543" y="457200"/>
                  </a:lnTo>
                  <a:lnTo>
                    <a:pt x="1026543" y="0"/>
                  </a:lnTo>
                  <a:lnTo>
                    <a:pt x="690113" y="0"/>
                  </a:lnTo>
                  <a:lnTo>
                    <a:pt x="0" y="448574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Freeform 304"/>
            <p:cNvSpPr/>
            <p:nvPr/>
          </p:nvSpPr>
          <p:spPr>
            <a:xfrm>
              <a:off x="4538072" y="3227996"/>
              <a:ext cx="343417" cy="223428"/>
            </a:xfrm>
            <a:custGeom>
              <a:avLst/>
              <a:gdLst>
                <a:gd name="connsiteX0" fmla="*/ 0 w 343417"/>
                <a:gd name="connsiteY0" fmla="*/ 223428 h 223428"/>
                <a:gd name="connsiteX1" fmla="*/ 343417 w 343417"/>
                <a:gd name="connsiteY1" fmla="*/ 219291 h 223428"/>
                <a:gd name="connsiteX2" fmla="*/ 343417 w 343417"/>
                <a:gd name="connsiteY2" fmla="*/ 0 h 223428"/>
                <a:gd name="connsiteX3" fmla="*/ 0 w 343417"/>
                <a:gd name="connsiteY3" fmla="*/ 223428 h 2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417" h="223428">
                  <a:moveTo>
                    <a:pt x="0" y="223428"/>
                  </a:moveTo>
                  <a:lnTo>
                    <a:pt x="343417" y="219291"/>
                  </a:lnTo>
                  <a:lnTo>
                    <a:pt x="343417" y="0"/>
                  </a:lnTo>
                  <a:lnTo>
                    <a:pt x="0" y="223428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Freeform 305"/>
            <p:cNvSpPr/>
            <p:nvPr/>
          </p:nvSpPr>
          <p:spPr>
            <a:xfrm>
              <a:off x="2824148" y="4140678"/>
              <a:ext cx="1716656" cy="457200"/>
            </a:xfrm>
            <a:custGeom>
              <a:avLst/>
              <a:gdLst>
                <a:gd name="connsiteX0" fmla="*/ 0 w 1716656"/>
                <a:gd name="connsiteY0" fmla="*/ 457200 h 457200"/>
                <a:gd name="connsiteX1" fmla="*/ 1716656 w 1716656"/>
                <a:gd name="connsiteY1" fmla="*/ 457200 h 457200"/>
                <a:gd name="connsiteX2" fmla="*/ 1716656 w 1716656"/>
                <a:gd name="connsiteY2" fmla="*/ 0 h 457200"/>
                <a:gd name="connsiteX3" fmla="*/ 690113 w 1716656"/>
                <a:gd name="connsiteY3" fmla="*/ 0 h 457200"/>
                <a:gd name="connsiteX4" fmla="*/ 0 w 1716656"/>
                <a:gd name="connsiteY4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6656" h="457200">
                  <a:moveTo>
                    <a:pt x="0" y="457200"/>
                  </a:moveTo>
                  <a:lnTo>
                    <a:pt x="1716656" y="457200"/>
                  </a:lnTo>
                  <a:lnTo>
                    <a:pt x="1716656" y="0"/>
                  </a:lnTo>
                  <a:lnTo>
                    <a:pt x="690113" y="0"/>
                  </a:lnTo>
                  <a:lnTo>
                    <a:pt x="0" y="457200"/>
                  </a:lnTo>
                  <a:close/>
                </a:path>
              </a:pathLst>
            </a:custGeom>
            <a:pattFill prst="ltHorz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Freeform 306"/>
            <p:cNvSpPr/>
            <p:nvPr/>
          </p:nvSpPr>
          <p:spPr>
            <a:xfrm>
              <a:off x="5563210" y="2303602"/>
              <a:ext cx="690113" cy="1147314"/>
            </a:xfrm>
            <a:custGeom>
              <a:avLst/>
              <a:gdLst>
                <a:gd name="connsiteX0" fmla="*/ 0 w 690113"/>
                <a:gd name="connsiteY0" fmla="*/ 1147314 h 1147314"/>
                <a:gd name="connsiteX1" fmla="*/ 690113 w 690113"/>
                <a:gd name="connsiteY1" fmla="*/ 1147314 h 1147314"/>
                <a:gd name="connsiteX2" fmla="*/ 690113 w 690113"/>
                <a:gd name="connsiteY2" fmla="*/ 0 h 1147314"/>
                <a:gd name="connsiteX3" fmla="*/ 8626 w 690113"/>
                <a:gd name="connsiteY3" fmla="*/ 457200 h 1147314"/>
                <a:gd name="connsiteX4" fmla="*/ 0 w 690113"/>
                <a:gd name="connsiteY4" fmla="*/ 1147314 h 114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13" h="1147314">
                  <a:moveTo>
                    <a:pt x="0" y="1147314"/>
                  </a:moveTo>
                  <a:lnTo>
                    <a:pt x="690113" y="1147314"/>
                  </a:lnTo>
                  <a:lnTo>
                    <a:pt x="690113" y="0"/>
                  </a:lnTo>
                  <a:lnTo>
                    <a:pt x="8626" y="457200"/>
                  </a:lnTo>
                  <a:lnTo>
                    <a:pt x="0" y="1147314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Freeform 307"/>
            <p:cNvSpPr/>
            <p:nvPr/>
          </p:nvSpPr>
          <p:spPr>
            <a:xfrm>
              <a:off x="4881723" y="2760802"/>
              <a:ext cx="690113" cy="690114"/>
            </a:xfrm>
            <a:custGeom>
              <a:avLst/>
              <a:gdLst>
                <a:gd name="connsiteX0" fmla="*/ 0 w 690113"/>
                <a:gd name="connsiteY0" fmla="*/ 457200 h 690114"/>
                <a:gd name="connsiteX1" fmla="*/ 690113 w 690113"/>
                <a:gd name="connsiteY1" fmla="*/ 0 h 690114"/>
                <a:gd name="connsiteX2" fmla="*/ 690113 w 690113"/>
                <a:gd name="connsiteY2" fmla="*/ 690114 h 690114"/>
                <a:gd name="connsiteX3" fmla="*/ 0 w 690113"/>
                <a:gd name="connsiteY3" fmla="*/ 690114 h 690114"/>
                <a:gd name="connsiteX4" fmla="*/ 0 w 690113"/>
                <a:gd name="connsiteY4" fmla="*/ 457200 h 69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13" h="690114">
                  <a:moveTo>
                    <a:pt x="0" y="457200"/>
                  </a:moveTo>
                  <a:lnTo>
                    <a:pt x="690113" y="0"/>
                  </a:lnTo>
                  <a:lnTo>
                    <a:pt x="690113" y="690114"/>
                  </a:lnTo>
                  <a:lnTo>
                    <a:pt x="0" y="690114"/>
                  </a:lnTo>
                  <a:lnTo>
                    <a:pt x="0" y="457200"/>
                  </a:lnTo>
                  <a:close/>
                </a:path>
              </a:pathLst>
            </a:custGeom>
            <a:pattFill prst="ltVert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9" name="Group 308"/>
            <p:cNvGrpSpPr/>
            <p:nvPr/>
          </p:nvGrpSpPr>
          <p:grpSpPr>
            <a:xfrm>
              <a:off x="2822710" y="1617452"/>
              <a:ext cx="3438144" cy="3438144"/>
              <a:chOff x="990600" y="1600200"/>
              <a:chExt cx="3438144" cy="3438144"/>
            </a:xfrm>
          </p:grpSpPr>
          <p:sp>
            <p:nvSpPr>
              <p:cNvPr id="342" name="Rectangle 341"/>
              <p:cNvSpPr>
                <a:spLocks noChangeAspect="1"/>
              </p:cNvSpPr>
              <p:nvPr/>
            </p:nvSpPr>
            <p:spPr>
              <a:xfrm>
                <a:off x="2362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/>
              <p:cNvSpPr>
                <a:spLocks noChangeAspect="1"/>
              </p:cNvSpPr>
              <p:nvPr/>
            </p:nvSpPr>
            <p:spPr>
              <a:xfrm>
                <a:off x="2590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tangle 343"/>
              <p:cNvSpPr>
                <a:spLocks noChangeAspect="1"/>
              </p:cNvSpPr>
              <p:nvPr/>
            </p:nvSpPr>
            <p:spPr>
              <a:xfrm>
                <a:off x="2362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tangle 344"/>
              <p:cNvSpPr>
                <a:spLocks noChangeAspect="1"/>
              </p:cNvSpPr>
              <p:nvPr/>
            </p:nvSpPr>
            <p:spPr>
              <a:xfrm>
                <a:off x="2590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/>
              <p:cNvSpPr>
                <a:spLocks noChangeAspect="1"/>
              </p:cNvSpPr>
              <p:nvPr/>
            </p:nvSpPr>
            <p:spPr>
              <a:xfrm>
                <a:off x="2819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/>
              <p:cNvSpPr>
                <a:spLocks noChangeAspect="1"/>
              </p:cNvSpPr>
              <p:nvPr/>
            </p:nvSpPr>
            <p:spPr>
              <a:xfrm>
                <a:off x="3048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/>
              <p:cNvSpPr>
                <a:spLocks noChangeAspect="1"/>
              </p:cNvSpPr>
              <p:nvPr/>
            </p:nvSpPr>
            <p:spPr>
              <a:xfrm>
                <a:off x="2819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/>
              <p:cNvSpPr>
                <a:spLocks noChangeAspect="1"/>
              </p:cNvSpPr>
              <p:nvPr/>
            </p:nvSpPr>
            <p:spPr>
              <a:xfrm>
                <a:off x="3048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/>
              <p:cNvSpPr>
                <a:spLocks noChangeAspect="1"/>
              </p:cNvSpPr>
              <p:nvPr/>
            </p:nvSpPr>
            <p:spPr>
              <a:xfrm>
                <a:off x="2362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/>
              <p:cNvSpPr>
                <a:spLocks noChangeAspect="1"/>
              </p:cNvSpPr>
              <p:nvPr/>
            </p:nvSpPr>
            <p:spPr>
              <a:xfrm>
                <a:off x="2590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/>
              <p:cNvSpPr>
                <a:spLocks noChangeAspect="1"/>
              </p:cNvSpPr>
              <p:nvPr/>
            </p:nvSpPr>
            <p:spPr>
              <a:xfrm>
                <a:off x="2362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/>
              <p:cNvSpPr>
                <a:spLocks noChangeAspect="1"/>
              </p:cNvSpPr>
              <p:nvPr/>
            </p:nvSpPr>
            <p:spPr>
              <a:xfrm>
                <a:off x="2590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/>
              <p:cNvSpPr>
                <a:spLocks noChangeAspect="1"/>
              </p:cNvSpPr>
              <p:nvPr/>
            </p:nvSpPr>
            <p:spPr>
              <a:xfrm>
                <a:off x="2819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/>
              <p:cNvSpPr>
                <a:spLocks noChangeAspect="1"/>
              </p:cNvSpPr>
              <p:nvPr/>
            </p:nvSpPr>
            <p:spPr>
              <a:xfrm>
                <a:off x="3048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tangle 355"/>
              <p:cNvSpPr>
                <a:spLocks noChangeAspect="1"/>
              </p:cNvSpPr>
              <p:nvPr/>
            </p:nvSpPr>
            <p:spPr>
              <a:xfrm>
                <a:off x="2819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Rectangle 356"/>
              <p:cNvSpPr>
                <a:spLocks noChangeAspect="1"/>
              </p:cNvSpPr>
              <p:nvPr/>
            </p:nvSpPr>
            <p:spPr>
              <a:xfrm>
                <a:off x="3048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/>
              <p:cNvSpPr>
                <a:spLocks noChangeAspect="1"/>
              </p:cNvSpPr>
              <p:nvPr/>
            </p:nvSpPr>
            <p:spPr>
              <a:xfrm>
                <a:off x="3276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/>
              <p:cNvSpPr>
                <a:spLocks noChangeAspect="1"/>
              </p:cNvSpPr>
              <p:nvPr/>
            </p:nvSpPr>
            <p:spPr>
              <a:xfrm>
                <a:off x="3505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/>
              <p:cNvSpPr>
                <a:spLocks noChangeAspect="1"/>
              </p:cNvSpPr>
              <p:nvPr/>
            </p:nvSpPr>
            <p:spPr>
              <a:xfrm>
                <a:off x="3276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/>
              <p:cNvSpPr>
                <a:spLocks noChangeAspect="1"/>
              </p:cNvSpPr>
              <p:nvPr/>
            </p:nvSpPr>
            <p:spPr>
              <a:xfrm>
                <a:off x="3505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/>
              <p:cNvSpPr>
                <a:spLocks noChangeAspect="1"/>
              </p:cNvSpPr>
              <p:nvPr/>
            </p:nvSpPr>
            <p:spPr>
              <a:xfrm>
                <a:off x="3733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/>
              <p:cNvSpPr>
                <a:spLocks noChangeAspect="1"/>
              </p:cNvSpPr>
              <p:nvPr/>
            </p:nvSpPr>
            <p:spPr>
              <a:xfrm>
                <a:off x="3962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/>
              <p:cNvSpPr>
                <a:spLocks noChangeAspect="1"/>
              </p:cNvSpPr>
              <p:nvPr/>
            </p:nvSpPr>
            <p:spPr>
              <a:xfrm>
                <a:off x="3733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/>
              <p:cNvSpPr>
                <a:spLocks noChangeAspect="1"/>
              </p:cNvSpPr>
              <p:nvPr/>
            </p:nvSpPr>
            <p:spPr>
              <a:xfrm>
                <a:off x="3962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/>
              <p:cNvSpPr>
                <a:spLocks noChangeAspect="1"/>
              </p:cNvSpPr>
              <p:nvPr/>
            </p:nvSpPr>
            <p:spPr>
              <a:xfrm>
                <a:off x="3276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Rectangle 366"/>
              <p:cNvSpPr>
                <a:spLocks noChangeAspect="1"/>
              </p:cNvSpPr>
              <p:nvPr/>
            </p:nvSpPr>
            <p:spPr>
              <a:xfrm>
                <a:off x="3505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/>
              <p:cNvSpPr>
                <a:spLocks noChangeAspect="1"/>
              </p:cNvSpPr>
              <p:nvPr/>
            </p:nvSpPr>
            <p:spPr>
              <a:xfrm>
                <a:off x="3276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/>
              <p:cNvSpPr>
                <a:spLocks noChangeAspect="1"/>
              </p:cNvSpPr>
              <p:nvPr/>
            </p:nvSpPr>
            <p:spPr>
              <a:xfrm>
                <a:off x="3505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/>
              <p:cNvSpPr>
                <a:spLocks noChangeAspect="1"/>
              </p:cNvSpPr>
              <p:nvPr/>
            </p:nvSpPr>
            <p:spPr>
              <a:xfrm>
                <a:off x="3733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/>
              <p:cNvSpPr>
                <a:spLocks noChangeAspect="1"/>
              </p:cNvSpPr>
              <p:nvPr/>
            </p:nvSpPr>
            <p:spPr>
              <a:xfrm>
                <a:off x="3962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/>
              <p:cNvSpPr>
                <a:spLocks noChangeAspect="1"/>
              </p:cNvSpPr>
              <p:nvPr/>
            </p:nvSpPr>
            <p:spPr>
              <a:xfrm>
                <a:off x="3733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/>
              <p:cNvSpPr>
                <a:spLocks noChangeAspect="1"/>
              </p:cNvSpPr>
              <p:nvPr/>
            </p:nvSpPr>
            <p:spPr>
              <a:xfrm>
                <a:off x="3962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/>
              <p:cNvSpPr>
                <a:spLocks noChangeAspect="1"/>
              </p:cNvSpPr>
              <p:nvPr/>
            </p:nvSpPr>
            <p:spPr>
              <a:xfrm>
                <a:off x="2362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/>
              <p:cNvSpPr>
                <a:spLocks noChangeAspect="1"/>
              </p:cNvSpPr>
              <p:nvPr/>
            </p:nvSpPr>
            <p:spPr>
              <a:xfrm>
                <a:off x="2590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/>
              <p:cNvSpPr>
                <a:spLocks noChangeAspect="1"/>
              </p:cNvSpPr>
              <p:nvPr/>
            </p:nvSpPr>
            <p:spPr>
              <a:xfrm>
                <a:off x="2362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/>
              <p:cNvSpPr>
                <a:spLocks noChangeAspect="1"/>
              </p:cNvSpPr>
              <p:nvPr/>
            </p:nvSpPr>
            <p:spPr>
              <a:xfrm>
                <a:off x="2590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/>
              <p:cNvSpPr>
                <a:spLocks noChangeAspect="1"/>
              </p:cNvSpPr>
              <p:nvPr/>
            </p:nvSpPr>
            <p:spPr>
              <a:xfrm>
                <a:off x="2819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/>
              <p:cNvSpPr>
                <a:spLocks noChangeAspect="1"/>
              </p:cNvSpPr>
              <p:nvPr/>
            </p:nvSpPr>
            <p:spPr>
              <a:xfrm>
                <a:off x="3048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/>
              <p:cNvSpPr>
                <a:spLocks noChangeAspect="1"/>
              </p:cNvSpPr>
              <p:nvPr/>
            </p:nvSpPr>
            <p:spPr>
              <a:xfrm>
                <a:off x="2819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/>
              <p:cNvSpPr>
                <a:spLocks noChangeAspect="1"/>
              </p:cNvSpPr>
              <p:nvPr/>
            </p:nvSpPr>
            <p:spPr>
              <a:xfrm>
                <a:off x="3048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/>
              <p:cNvSpPr>
                <a:spLocks noChangeAspect="1"/>
              </p:cNvSpPr>
              <p:nvPr/>
            </p:nvSpPr>
            <p:spPr>
              <a:xfrm>
                <a:off x="2362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/>
              <p:cNvSpPr>
                <a:spLocks noChangeAspect="1"/>
              </p:cNvSpPr>
              <p:nvPr/>
            </p:nvSpPr>
            <p:spPr>
              <a:xfrm>
                <a:off x="2590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/>
              <p:cNvSpPr>
                <a:spLocks noChangeAspect="1"/>
              </p:cNvSpPr>
              <p:nvPr/>
            </p:nvSpPr>
            <p:spPr>
              <a:xfrm>
                <a:off x="2362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/>
              <p:cNvSpPr>
                <a:spLocks noChangeAspect="1"/>
              </p:cNvSpPr>
              <p:nvPr/>
            </p:nvSpPr>
            <p:spPr>
              <a:xfrm>
                <a:off x="2590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/>
              <p:cNvSpPr>
                <a:spLocks noChangeAspect="1"/>
              </p:cNvSpPr>
              <p:nvPr/>
            </p:nvSpPr>
            <p:spPr>
              <a:xfrm>
                <a:off x="2819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Rectangle 386"/>
              <p:cNvSpPr>
                <a:spLocks noChangeAspect="1"/>
              </p:cNvSpPr>
              <p:nvPr/>
            </p:nvSpPr>
            <p:spPr>
              <a:xfrm>
                <a:off x="3048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/>
              <p:cNvSpPr>
                <a:spLocks noChangeAspect="1"/>
              </p:cNvSpPr>
              <p:nvPr/>
            </p:nvSpPr>
            <p:spPr>
              <a:xfrm>
                <a:off x="2819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/>
              <p:cNvSpPr>
                <a:spLocks noChangeAspect="1"/>
              </p:cNvSpPr>
              <p:nvPr/>
            </p:nvSpPr>
            <p:spPr>
              <a:xfrm>
                <a:off x="3048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/>
              <p:cNvSpPr>
                <a:spLocks noChangeAspect="1"/>
              </p:cNvSpPr>
              <p:nvPr/>
            </p:nvSpPr>
            <p:spPr>
              <a:xfrm>
                <a:off x="3276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/>
              <p:cNvSpPr>
                <a:spLocks noChangeAspect="1"/>
              </p:cNvSpPr>
              <p:nvPr/>
            </p:nvSpPr>
            <p:spPr>
              <a:xfrm>
                <a:off x="3505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/>
              <p:cNvSpPr>
                <a:spLocks noChangeAspect="1"/>
              </p:cNvSpPr>
              <p:nvPr/>
            </p:nvSpPr>
            <p:spPr>
              <a:xfrm>
                <a:off x="3276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/>
              <p:cNvSpPr>
                <a:spLocks noChangeAspect="1"/>
              </p:cNvSpPr>
              <p:nvPr/>
            </p:nvSpPr>
            <p:spPr>
              <a:xfrm>
                <a:off x="3505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/>
              <p:cNvSpPr>
                <a:spLocks noChangeAspect="1"/>
              </p:cNvSpPr>
              <p:nvPr/>
            </p:nvSpPr>
            <p:spPr>
              <a:xfrm>
                <a:off x="3733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/>
              <p:cNvSpPr>
                <a:spLocks noChangeAspect="1"/>
              </p:cNvSpPr>
              <p:nvPr/>
            </p:nvSpPr>
            <p:spPr>
              <a:xfrm>
                <a:off x="3962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/>
              <p:cNvSpPr>
                <a:spLocks noChangeAspect="1"/>
              </p:cNvSpPr>
              <p:nvPr/>
            </p:nvSpPr>
            <p:spPr>
              <a:xfrm>
                <a:off x="3733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/>
              <p:cNvSpPr>
                <a:spLocks noChangeAspect="1"/>
              </p:cNvSpPr>
              <p:nvPr/>
            </p:nvSpPr>
            <p:spPr>
              <a:xfrm>
                <a:off x="3962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/>
              <p:cNvSpPr>
                <a:spLocks noChangeAspect="1"/>
              </p:cNvSpPr>
              <p:nvPr/>
            </p:nvSpPr>
            <p:spPr>
              <a:xfrm>
                <a:off x="3276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/>
              <p:cNvSpPr>
                <a:spLocks noChangeAspect="1"/>
              </p:cNvSpPr>
              <p:nvPr/>
            </p:nvSpPr>
            <p:spPr>
              <a:xfrm>
                <a:off x="3505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/>
              <p:cNvSpPr>
                <a:spLocks noChangeAspect="1"/>
              </p:cNvSpPr>
              <p:nvPr/>
            </p:nvSpPr>
            <p:spPr>
              <a:xfrm>
                <a:off x="3276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/>
              <p:cNvSpPr>
                <a:spLocks noChangeAspect="1"/>
              </p:cNvSpPr>
              <p:nvPr/>
            </p:nvSpPr>
            <p:spPr>
              <a:xfrm>
                <a:off x="3505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/>
              <p:cNvSpPr>
                <a:spLocks noChangeAspect="1"/>
              </p:cNvSpPr>
              <p:nvPr/>
            </p:nvSpPr>
            <p:spPr>
              <a:xfrm>
                <a:off x="3733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/>
              <p:cNvSpPr>
                <a:spLocks noChangeAspect="1"/>
              </p:cNvSpPr>
              <p:nvPr/>
            </p:nvSpPr>
            <p:spPr>
              <a:xfrm>
                <a:off x="3962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/>
              <p:cNvSpPr>
                <a:spLocks noChangeAspect="1"/>
              </p:cNvSpPr>
              <p:nvPr/>
            </p:nvSpPr>
            <p:spPr>
              <a:xfrm>
                <a:off x="3733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/>
              <p:cNvSpPr>
                <a:spLocks noChangeAspect="1"/>
              </p:cNvSpPr>
              <p:nvPr/>
            </p:nvSpPr>
            <p:spPr>
              <a:xfrm>
                <a:off x="3962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/>
              <p:cNvSpPr>
                <a:spLocks noChangeAspect="1"/>
              </p:cNvSpPr>
              <p:nvPr/>
            </p:nvSpPr>
            <p:spPr>
              <a:xfrm>
                <a:off x="4191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/>
              <p:cNvSpPr>
                <a:spLocks noChangeAspect="1"/>
              </p:cNvSpPr>
              <p:nvPr/>
            </p:nvSpPr>
            <p:spPr>
              <a:xfrm>
                <a:off x="4419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/>
              <p:cNvSpPr>
                <a:spLocks noChangeAspect="1"/>
              </p:cNvSpPr>
              <p:nvPr/>
            </p:nvSpPr>
            <p:spPr>
              <a:xfrm>
                <a:off x="4191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/>
              <p:cNvSpPr>
                <a:spLocks noChangeAspect="1"/>
              </p:cNvSpPr>
              <p:nvPr/>
            </p:nvSpPr>
            <p:spPr>
              <a:xfrm>
                <a:off x="4419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/>
              <p:cNvSpPr>
                <a:spLocks noChangeAspect="1"/>
              </p:cNvSpPr>
              <p:nvPr/>
            </p:nvSpPr>
            <p:spPr>
              <a:xfrm>
                <a:off x="990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/>
              <p:cNvSpPr>
                <a:spLocks noChangeAspect="1"/>
              </p:cNvSpPr>
              <p:nvPr/>
            </p:nvSpPr>
            <p:spPr>
              <a:xfrm>
                <a:off x="12192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/>
              <p:cNvSpPr>
                <a:spLocks noChangeAspect="1"/>
              </p:cNvSpPr>
              <p:nvPr/>
            </p:nvSpPr>
            <p:spPr>
              <a:xfrm>
                <a:off x="990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/>
              <p:cNvSpPr>
                <a:spLocks noChangeAspect="1"/>
              </p:cNvSpPr>
              <p:nvPr/>
            </p:nvSpPr>
            <p:spPr>
              <a:xfrm>
                <a:off x="12192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/>
              <p:cNvSpPr>
                <a:spLocks noChangeAspect="1"/>
              </p:cNvSpPr>
              <p:nvPr/>
            </p:nvSpPr>
            <p:spPr>
              <a:xfrm>
                <a:off x="4191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/>
              <p:cNvSpPr>
                <a:spLocks noChangeAspect="1"/>
              </p:cNvSpPr>
              <p:nvPr/>
            </p:nvSpPr>
            <p:spPr>
              <a:xfrm>
                <a:off x="4419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6" name="Rectangle 415"/>
              <p:cNvSpPr>
                <a:spLocks noChangeAspect="1"/>
              </p:cNvSpPr>
              <p:nvPr/>
            </p:nvSpPr>
            <p:spPr>
              <a:xfrm>
                <a:off x="4191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/>
              <p:cNvSpPr>
                <a:spLocks noChangeAspect="1"/>
              </p:cNvSpPr>
              <p:nvPr/>
            </p:nvSpPr>
            <p:spPr>
              <a:xfrm>
                <a:off x="4419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/>
              <p:cNvSpPr>
                <a:spLocks noChangeAspect="1"/>
              </p:cNvSpPr>
              <p:nvPr/>
            </p:nvSpPr>
            <p:spPr>
              <a:xfrm>
                <a:off x="990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/>
              <p:cNvSpPr>
                <a:spLocks noChangeAspect="1"/>
              </p:cNvSpPr>
              <p:nvPr/>
            </p:nvSpPr>
            <p:spPr>
              <a:xfrm>
                <a:off x="12192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/>
              <p:cNvSpPr>
                <a:spLocks noChangeAspect="1"/>
              </p:cNvSpPr>
              <p:nvPr/>
            </p:nvSpPr>
            <p:spPr>
              <a:xfrm>
                <a:off x="990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/>
              <p:cNvSpPr>
                <a:spLocks noChangeAspect="1"/>
              </p:cNvSpPr>
              <p:nvPr/>
            </p:nvSpPr>
            <p:spPr>
              <a:xfrm>
                <a:off x="12192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/>
              <p:cNvSpPr>
                <a:spLocks noChangeAspect="1"/>
              </p:cNvSpPr>
              <p:nvPr/>
            </p:nvSpPr>
            <p:spPr>
              <a:xfrm>
                <a:off x="14478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/>
              <p:cNvSpPr>
                <a:spLocks noChangeAspect="1"/>
              </p:cNvSpPr>
              <p:nvPr/>
            </p:nvSpPr>
            <p:spPr>
              <a:xfrm>
                <a:off x="16764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/>
              <p:cNvSpPr>
                <a:spLocks noChangeAspect="1"/>
              </p:cNvSpPr>
              <p:nvPr/>
            </p:nvSpPr>
            <p:spPr>
              <a:xfrm>
                <a:off x="14478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" name="Rectangle 424"/>
              <p:cNvSpPr>
                <a:spLocks noChangeAspect="1"/>
              </p:cNvSpPr>
              <p:nvPr/>
            </p:nvSpPr>
            <p:spPr>
              <a:xfrm>
                <a:off x="16764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/>
              <p:cNvSpPr>
                <a:spLocks noChangeAspect="1"/>
              </p:cNvSpPr>
              <p:nvPr/>
            </p:nvSpPr>
            <p:spPr>
              <a:xfrm>
                <a:off x="19050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/>
              <p:cNvSpPr>
                <a:spLocks noChangeAspect="1"/>
              </p:cNvSpPr>
              <p:nvPr/>
            </p:nvSpPr>
            <p:spPr>
              <a:xfrm>
                <a:off x="2133600" y="1600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/>
              <p:cNvSpPr>
                <a:spLocks noChangeAspect="1"/>
              </p:cNvSpPr>
              <p:nvPr/>
            </p:nvSpPr>
            <p:spPr>
              <a:xfrm>
                <a:off x="19050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/>
              <p:cNvSpPr>
                <a:spLocks noChangeAspect="1"/>
              </p:cNvSpPr>
              <p:nvPr/>
            </p:nvSpPr>
            <p:spPr>
              <a:xfrm>
                <a:off x="2133600" y="1828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/>
              <p:cNvSpPr>
                <a:spLocks noChangeAspect="1"/>
              </p:cNvSpPr>
              <p:nvPr/>
            </p:nvSpPr>
            <p:spPr>
              <a:xfrm>
                <a:off x="14478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/>
              <p:cNvSpPr>
                <a:spLocks noChangeAspect="1"/>
              </p:cNvSpPr>
              <p:nvPr/>
            </p:nvSpPr>
            <p:spPr>
              <a:xfrm>
                <a:off x="16764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/>
              <p:cNvSpPr>
                <a:spLocks noChangeAspect="1"/>
              </p:cNvSpPr>
              <p:nvPr/>
            </p:nvSpPr>
            <p:spPr>
              <a:xfrm>
                <a:off x="14478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/>
              <p:cNvSpPr>
                <a:spLocks noChangeAspect="1"/>
              </p:cNvSpPr>
              <p:nvPr/>
            </p:nvSpPr>
            <p:spPr>
              <a:xfrm>
                <a:off x="16764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4" name="Rectangle 433"/>
              <p:cNvSpPr>
                <a:spLocks noChangeAspect="1"/>
              </p:cNvSpPr>
              <p:nvPr/>
            </p:nvSpPr>
            <p:spPr>
              <a:xfrm>
                <a:off x="19050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/>
              <p:cNvSpPr>
                <a:spLocks noChangeAspect="1"/>
              </p:cNvSpPr>
              <p:nvPr/>
            </p:nvSpPr>
            <p:spPr>
              <a:xfrm>
                <a:off x="2133600" y="2057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/>
              <p:cNvSpPr>
                <a:spLocks noChangeAspect="1"/>
              </p:cNvSpPr>
              <p:nvPr/>
            </p:nvSpPr>
            <p:spPr>
              <a:xfrm>
                <a:off x="19050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/>
              <p:cNvSpPr>
                <a:spLocks noChangeAspect="1"/>
              </p:cNvSpPr>
              <p:nvPr/>
            </p:nvSpPr>
            <p:spPr>
              <a:xfrm>
                <a:off x="2133600" y="2286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/>
              <p:cNvSpPr>
                <a:spLocks noChangeAspect="1"/>
              </p:cNvSpPr>
              <p:nvPr/>
            </p:nvSpPr>
            <p:spPr>
              <a:xfrm>
                <a:off x="4191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/>
              <p:cNvSpPr>
                <a:spLocks noChangeAspect="1"/>
              </p:cNvSpPr>
              <p:nvPr/>
            </p:nvSpPr>
            <p:spPr>
              <a:xfrm>
                <a:off x="4419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/>
              <p:cNvSpPr>
                <a:spLocks noChangeAspect="1"/>
              </p:cNvSpPr>
              <p:nvPr/>
            </p:nvSpPr>
            <p:spPr>
              <a:xfrm>
                <a:off x="4191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/>
              <p:cNvSpPr>
                <a:spLocks noChangeAspect="1"/>
              </p:cNvSpPr>
              <p:nvPr/>
            </p:nvSpPr>
            <p:spPr>
              <a:xfrm>
                <a:off x="4419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/>
              <p:cNvSpPr>
                <a:spLocks noChangeAspect="1"/>
              </p:cNvSpPr>
              <p:nvPr/>
            </p:nvSpPr>
            <p:spPr>
              <a:xfrm>
                <a:off x="990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/>
              <p:cNvSpPr>
                <a:spLocks noChangeAspect="1"/>
              </p:cNvSpPr>
              <p:nvPr/>
            </p:nvSpPr>
            <p:spPr>
              <a:xfrm>
                <a:off x="12192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/>
              <p:cNvSpPr>
                <a:spLocks noChangeAspect="1"/>
              </p:cNvSpPr>
              <p:nvPr/>
            </p:nvSpPr>
            <p:spPr>
              <a:xfrm>
                <a:off x="990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/>
              <p:cNvSpPr>
                <a:spLocks noChangeAspect="1"/>
              </p:cNvSpPr>
              <p:nvPr/>
            </p:nvSpPr>
            <p:spPr>
              <a:xfrm>
                <a:off x="12192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/>
              <p:cNvSpPr>
                <a:spLocks noChangeAspect="1"/>
              </p:cNvSpPr>
              <p:nvPr/>
            </p:nvSpPr>
            <p:spPr>
              <a:xfrm>
                <a:off x="4191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/>
              <p:cNvSpPr>
                <a:spLocks noChangeAspect="1"/>
              </p:cNvSpPr>
              <p:nvPr/>
            </p:nvSpPr>
            <p:spPr>
              <a:xfrm>
                <a:off x="4419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/>
              <p:cNvSpPr>
                <a:spLocks noChangeAspect="1"/>
              </p:cNvSpPr>
              <p:nvPr/>
            </p:nvSpPr>
            <p:spPr>
              <a:xfrm>
                <a:off x="4191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/>
              <p:cNvSpPr>
                <a:spLocks noChangeAspect="1"/>
              </p:cNvSpPr>
              <p:nvPr/>
            </p:nvSpPr>
            <p:spPr>
              <a:xfrm>
                <a:off x="4419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/>
              <p:cNvSpPr>
                <a:spLocks noChangeAspect="1"/>
              </p:cNvSpPr>
              <p:nvPr/>
            </p:nvSpPr>
            <p:spPr>
              <a:xfrm>
                <a:off x="990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/>
              <p:cNvSpPr>
                <a:spLocks noChangeAspect="1"/>
              </p:cNvSpPr>
              <p:nvPr/>
            </p:nvSpPr>
            <p:spPr>
              <a:xfrm>
                <a:off x="12192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/>
              <p:cNvSpPr>
                <a:spLocks noChangeAspect="1"/>
              </p:cNvSpPr>
              <p:nvPr/>
            </p:nvSpPr>
            <p:spPr>
              <a:xfrm>
                <a:off x="990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Rectangle 452"/>
              <p:cNvSpPr>
                <a:spLocks noChangeAspect="1"/>
              </p:cNvSpPr>
              <p:nvPr/>
            </p:nvSpPr>
            <p:spPr>
              <a:xfrm>
                <a:off x="12192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Rectangle 453"/>
              <p:cNvSpPr>
                <a:spLocks noChangeAspect="1"/>
              </p:cNvSpPr>
              <p:nvPr/>
            </p:nvSpPr>
            <p:spPr>
              <a:xfrm>
                <a:off x="14478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/>
              <p:cNvSpPr>
                <a:spLocks noChangeAspect="1"/>
              </p:cNvSpPr>
              <p:nvPr/>
            </p:nvSpPr>
            <p:spPr>
              <a:xfrm>
                <a:off x="16764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ectangle 455"/>
              <p:cNvSpPr>
                <a:spLocks noChangeAspect="1"/>
              </p:cNvSpPr>
              <p:nvPr/>
            </p:nvSpPr>
            <p:spPr>
              <a:xfrm>
                <a:off x="14478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/>
              <p:cNvSpPr>
                <a:spLocks noChangeAspect="1"/>
              </p:cNvSpPr>
              <p:nvPr/>
            </p:nvSpPr>
            <p:spPr>
              <a:xfrm>
                <a:off x="16764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/>
              <p:cNvSpPr>
                <a:spLocks noChangeAspect="1"/>
              </p:cNvSpPr>
              <p:nvPr/>
            </p:nvSpPr>
            <p:spPr>
              <a:xfrm>
                <a:off x="19050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/>
              <p:cNvSpPr>
                <a:spLocks noChangeAspect="1"/>
              </p:cNvSpPr>
              <p:nvPr/>
            </p:nvSpPr>
            <p:spPr>
              <a:xfrm>
                <a:off x="2133600" y="2514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/>
              <p:cNvSpPr>
                <a:spLocks noChangeAspect="1"/>
              </p:cNvSpPr>
              <p:nvPr/>
            </p:nvSpPr>
            <p:spPr>
              <a:xfrm>
                <a:off x="19050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/>
              <p:cNvSpPr>
                <a:spLocks noChangeAspect="1"/>
              </p:cNvSpPr>
              <p:nvPr/>
            </p:nvSpPr>
            <p:spPr>
              <a:xfrm>
                <a:off x="2133600" y="2743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/>
              <p:cNvSpPr>
                <a:spLocks noChangeAspect="1"/>
              </p:cNvSpPr>
              <p:nvPr/>
            </p:nvSpPr>
            <p:spPr>
              <a:xfrm>
                <a:off x="14478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Rectangle 462"/>
              <p:cNvSpPr>
                <a:spLocks noChangeAspect="1"/>
              </p:cNvSpPr>
              <p:nvPr/>
            </p:nvSpPr>
            <p:spPr>
              <a:xfrm>
                <a:off x="16764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Rectangle 463"/>
              <p:cNvSpPr>
                <a:spLocks noChangeAspect="1"/>
              </p:cNvSpPr>
              <p:nvPr/>
            </p:nvSpPr>
            <p:spPr>
              <a:xfrm>
                <a:off x="14478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Rectangle 464"/>
              <p:cNvSpPr>
                <a:spLocks noChangeAspect="1"/>
              </p:cNvSpPr>
              <p:nvPr/>
            </p:nvSpPr>
            <p:spPr>
              <a:xfrm>
                <a:off x="16764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 465"/>
              <p:cNvSpPr>
                <a:spLocks noChangeAspect="1"/>
              </p:cNvSpPr>
              <p:nvPr/>
            </p:nvSpPr>
            <p:spPr>
              <a:xfrm>
                <a:off x="19050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 466"/>
              <p:cNvSpPr>
                <a:spLocks noChangeAspect="1"/>
              </p:cNvSpPr>
              <p:nvPr/>
            </p:nvSpPr>
            <p:spPr>
              <a:xfrm>
                <a:off x="2133600" y="2971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 467"/>
              <p:cNvSpPr>
                <a:spLocks noChangeAspect="1"/>
              </p:cNvSpPr>
              <p:nvPr/>
            </p:nvSpPr>
            <p:spPr>
              <a:xfrm>
                <a:off x="19050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 468"/>
              <p:cNvSpPr>
                <a:spLocks noChangeAspect="1"/>
              </p:cNvSpPr>
              <p:nvPr/>
            </p:nvSpPr>
            <p:spPr>
              <a:xfrm>
                <a:off x="2133600" y="3200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/>
              <p:cNvSpPr>
                <a:spLocks noChangeAspect="1"/>
              </p:cNvSpPr>
              <p:nvPr/>
            </p:nvSpPr>
            <p:spPr>
              <a:xfrm>
                <a:off x="2362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/>
              <p:cNvSpPr>
                <a:spLocks noChangeAspect="1"/>
              </p:cNvSpPr>
              <p:nvPr/>
            </p:nvSpPr>
            <p:spPr>
              <a:xfrm>
                <a:off x="2590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/>
              <p:cNvSpPr>
                <a:spLocks noChangeAspect="1"/>
              </p:cNvSpPr>
              <p:nvPr/>
            </p:nvSpPr>
            <p:spPr>
              <a:xfrm>
                <a:off x="2362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3" name="Rectangle 472"/>
              <p:cNvSpPr>
                <a:spLocks noChangeAspect="1"/>
              </p:cNvSpPr>
              <p:nvPr/>
            </p:nvSpPr>
            <p:spPr>
              <a:xfrm>
                <a:off x="2590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4" name="Rectangle 473"/>
              <p:cNvSpPr>
                <a:spLocks noChangeAspect="1"/>
              </p:cNvSpPr>
              <p:nvPr/>
            </p:nvSpPr>
            <p:spPr>
              <a:xfrm>
                <a:off x="2819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/>
              <p:cNvSpPr>
                <a:spLocks noChangeAspect="1"/>
              </p:cNvSpPr>
              <p:nvPr/>
            </p:nvSpPr>
            <p:spPr>
              <a:xfrm>
                <a:off x="3048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/>
              <p:cNvSpPr>
                <a:spLocks noChangeAspect="1"/>
              </p:cNvSpPr>
              <p:nvPr/>
            </p:nvSpPr>
            <p:spPr>
              <a:xfrm>
                <a:off x="2819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Rectangle 476"/>
              <p:cNvSpPr>
                <a:spLocks noChangeAspect="1"/>
              </p:cNvSpPr>
              <p:nvPr/>
            </p:nvSpPr>
            <p:spPr>
              <a:xfrm>
                <a:off x="3048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Rectangle 477"/>
              <p:cNvSpPr>
                <a:spLocks noChangeAspect="1"/>
              </p:cNvSpPr>
              <p:nvPr/>
            </p:nvSpPr>
            <p:spPr>
              <a:xfrm>
                <a:off x="2362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 478"/>
              <p:cNvSpPr>
                <a:spLocks noChangeAspect="1"/>
              </p:cNvSpPr>
              <p:nvPr/>
            </p:nvSpPr>
            <p:spPr>
              <a:xfrm>
                <a:off x="2590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 479"/>
              <p:cNvSpPr>
                <a:spLocks noChangeAspect="1"/>
              </p:cNvSpPr>
              <p:nvPr/>
            </p:nvSpPr>
            <p:spPr>
              <a:xfrm>
                <a:off x="2362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 480"/>
              <p:cNvSpPr>
                <a:spLocks noChangeAspect="1"/>
              </p:cNvSpPr>
              <p:nvPr/>
            </p:nvSpPr>
            <p:spPr>
              <a:xfrm>
                <a:off x="2590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ectangle 481"/>
              <p:cNvSpPr>
                <a:spLocks noChangeAspect="1"/>
              </p:cNvSpPr>
              <p:nvPr/>
            </p:nvSpPr>
            <p:spPr>
              <a:xfrm>
                <a:off x="2819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ectangle 482"/>
              <p:cNvSpPr>
                <a:spLocks noChangeAspect="1"/>
              </p:cNvSpPr>
              <p:nvPr/>
            </p:nvSpPr>
            <p:spPr>
              <a:xfrm>
                <a:off x="3048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 483"/>
              <p:cNvSpPr>
                <a:spLocks noChangeAspect="1"/>
              </p:cNvSpPr>
              <p:nvPr/>
            </p:nvSpPr>
            <p:spPr>
              <a:xfrm>
                <a:off x="2819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 484"/>
              <p:cNvSpPr>
                <a:spLocks noChangeAspect="1"/>
              </p:cNvSpPr>
              <p:nvPr/>
            </p:nvSpPr>
            <p:spPr>
              <a:xfrm>
                <a:off x="3048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/>
              <p:cNvSpPr>
                <a:spLocks noChangeAspect="1"/>
              </p:cNvSpPr>
              <p:nvPr/>
            </p:nvSpPr>
            <p:spPr>
              <a:xfrm>
                <a:off x="3276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Rectangle 486"/>
              <p:cNvSpPr>
                <a:spLocks noChangeAspect="1"/>
              </p:cNvSpPr>
              <p:nvPr/>
            </p:nvSpPr>
            <p:spPr>
              <a:xfrm>
                <a:off x="3505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/>
              <p:cNvSpPr>
                <a:spLocks noChangeAspect="1"/>
              </p:cNvSpPr>
              <p:nvPr/>
            </p:nvSpPr>
            <p:spPr>
              <a:xfrm>
                <a:off x="3276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/>
              <p:cNvSpPr>
                <a:spLocks noChangeAspect="1"/>
              </p:cNvSpPr>
              <p:nvPr/>
            </p:nvSpPr>
            <p:spPr>
              <a:xfrm>
                <a:off x="3505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/>
              <p:cNvSpPr>
                <a:spLocks noChangeAspect="1"/>
              </p:cNvSpPr>
              <p:nvPr/>
            </p:nvSpPr>
            <p:spPr>
              <a:xfrm>
                <a:off x="3733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/>
              <p:cNvSpPr>
                <a:spLocks noChangeAspect="1"/>
              </p:cNvSpPr>
              <p:nvPr/>
            </p:nvSpPr>
            <p:spPr>
              <a:xfrm>
                <a:off x="3962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 491"/>
              <p:cNvSpPr>
                <a:spLocks noChangeAspect="1"/>
              </p:cNvSpPr>
              <p:nvPr/>
            </p:nvSpPr>
            <p:spPr>
              <a:xfrm>
                <a:off x="3733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 492"/>
              <p:cNvSpPr>
                <a:spLocks noChangeAspect="1"/>
              </p:cNvSpPr>
              <p:nvPr/>
            </p:nvSpPr>
            <p:spPr>
              <a:xfrm>
                <a:off x="3962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Rectangle 493"/>
              <p:cNvSpPr>
                <a:spLocks noChangeAspect="1"/>
              </p:cNvSpPr>
              <p:nvPr/>
            </p:nvSpPr>
            <p:spPr>
              <a:xfrm>
                <a:off x="3276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 494"/>
              <p:cNvSpPr>
                <a:spLocks noChangeAspect="1"/>
              </p:cNvSpPr>
              <p:nvPr/>
            </p:nvSpPr>
            <p:spPr>
              <a:xfrm>
                <a:off x="3505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6" name="Rectangle 495"/>
              <p:cNvSpPr>
                <a:spLocks noChangeAspect="1"/>
              </p:cNvSpPr>
              <p:nvPr/>
            </p:nvSpPr>
            <p:spPr>
              <a:xfrm>
                <a:off x="3276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Rectangle 496"/>
              <p:cNvSpPr>
                <a:spLocks noChangeAspect="1"/>
              </p:cNvSpPr>
              <p:nvPr/>
            </p:nvSpPr>
            <p:spPr>
              <a:xfrm>
                <a:off x="3505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Rectangle 497"/>
              <p:cNvSpPr>
                <a:spLocks noChangeAspect="1"/>
              </p:cNvSpPr>
              <p:nvPr/>
            </p:nvSpPr>
            <p:spPr>
              <a:xfrm>
                <a:off x="3733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Rectangle 498"/>
              <p:cNvSpPr>
                <a:spLocks noChangeAspect="1"/>
              </p:cNvSpPr>
              <p:nvPr/>
            </p:nvSpPr>
            <p:spPr>
              <a:xfrm>
                <a:off x="3962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Rectangle 499"/>
              <p:cNvSpPr>
                <a:spLocks noChangeAspect="1"/>
              </p:cNvSpPr>
              <p:nvPr/>
            </p:nvSpPr>
            <p:spPr>
              <a:xfrm>
                <a:off x="3733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/>
              <p:cNvSpPr>
                <a:spLocks noChangeAspect="1"/>
              </p:cNvSpPr>
              <p:nvPr/>
            </p:nvSpPr>
            <p:spPr>
              <a:xfrm>
                <a:off x="3962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/>
              <p:cNvSpPr>
                <a:spLocks noChangeAspect="1"/>
              </p:cNvSpPr>
              <p:nvPr/>
            </p:nvSpPr>
            <p:spPr>
              <a:xfrm>
                <a:off x="2362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/>
              <p:cNvSpPr>
                <a:spLocks noChangeAspect="1"/>
              </p:cNvSpPr>
              <p:nvPr/>
            </p:nvSpPr>
            <p:spPr>
              <a:xfrm>
                <a:off x="2590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/>
              <p:cNvSpPr>
                <a:spLocks noChangeAspect="1"/>
              </p:cNvSpPr>
              <p:nvPr/>
            </p:nvSpPr>
            <p:spPr>
              <a:xfrm>
                <a:off x="2362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Rectangle 504"/>
              <p:cNvSpPr>
                <a:spLocks noChangeAspect="1"/>
              </p:cNvSpPr>
              <p:nvPr/>
            </p:nvSpPr>
            <p:spPr>
              <a:xfrm>
                <a:off x="2590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/>
              <p:cNvSpPr>
                <a:spLocks noChangeAspect="1"/>
              </p:cNvSpPr>
              <p:nvPr/>
            </p:nvSpPr>
            <p:spPr>
              <a:xfrm>
                <a:off x="2819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/>
              <p:cNvSpPr>
                <a:spLocks noChangeAspect="1"/>
              </p:cNvSpPr>
              <p:nvPr/>
            </p:nvSpPr>
            <p:spPr>
              <a:xfrm>
                <a:off x="3048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/>
              <p:cNvSpPr>
                <a:spLocks noChangeAspect="1"/>
              </p:cNvSpPr>
              <p:nvPr/>
            </p:nvSpPr>
            <p:spPr>
              <a:xfrm>
                <a:off x="2819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Rectangle 508"/>
              <p:cNvSpPr>
                <a:spLocks noChangeAspect="1"/>
              </p:cNvSpPr>
              <p:nvPr/>
            </p:nvSpPr>
            <p:spPr>
              <a:xfrm>
                <a:off x="3048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/>
              <p:cNvSpPr>
                <a:spLocks noChangeAspect="1"/>
              </p:cNvSpPr>
              <p:nvPr/>
            </p:nvSpPr>
            <p:spPr>
              <a:xfrm>
                <a:off x="2362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/>
              <p:cNvSpPr>
                <a:spLocks noChangeAspect="1"/>
              </p:cNvSpPr>
              <p:nvPr/>
            </p:nvSpPr>
            <p:spPr>
              <a:xfrm>
                <a:off x="2590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/>
              <p:cNvSpPr>
                <a:spLocks noChangeAspect="1"/>
              </p:cNvSpPr>
              <p:nvPr/>
            </p:nvSpPr>
            <p:spPr>
              <a:xfrm>
                <a:off x="2362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/>
              <p:cNvSpPr>
                <a:spLocks noChangeAspect="1"/>
              </p:cNvSpPr>
              <p:nvPr/>
            </p:nvSpPr>
            <p:spPr>
              <a:xfrm>
                <a:off x="2590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" name="Rectangle 513"/>
              <p:cNvSpPr>
                <a:spLocks noChangeAspect="1"/>
              </p:cNvSpPr>
              <p:nvPr/>
            </p:nvSpPr>
            <p:spPr>
              <a:xfrm>
                <a:off x="2819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/>
              <p:cNvSpPr>
                <a:spLocks noChangeAspect="1"/>
              </p:cNvSpPr>
              <p:nvPr/>
            </p:nvSpPr>
            <p:spPr>
              <a:xfrm>
                <a:off x="3048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/>
              <p:cNvSpPr>
                <a:spLocks noChangeAspect="1"/>
              </p:cNvSpPr>
              <p:nvPr/>
            </p:nvSpPr>
            <p:spPr>
              <a:xfrm>
                <a:off x="2819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/>
              <p:cNvSpPr>
                <a:spLocks noChangeAspect="1"/>
              </p:cNvSpPr>
              <p:nvPr/>
            </p:nvSpPr>
            <p:spPr>
              <a:xfrm>
                <a:off x="3048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Rectangle 517"/>
              <p:cNvSpPr>
                <a:spLocks noChangeAspect="1"/>
              </p:cNvSpPr>
              <p:nvPr/>
            </p:nvSpPr>
            <p:spPr>
              <a:xfrm>
                <a:off x="3276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/>
              <p:cNvSpPr>
                <a:spLocks noChangeAspect="1"/>
              </p:cNvSpPr>
              <p:nvPr/>
            </p:nvSpPr>
            <p:spPr>
              <a:xfrm>
                <a:off x="3505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/>
              <p:cNvSpPr>
                <a:spLocks noChangeAspect="1"/>
              </p:cNvSpPr>
              <p:nvPr/>
            </p:nvSpPr>
            <p:spPr>
              <a:xfrm>
                <a:off x="3276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/>
              <p:cNvSpPr>
                <a:spLocks noChangeAspect="1"/>
              </p:cNvSpPr>
              <p:nvPr/>
            </p:nvSpPr>
            <p:spPr>
              <a:xfrm>
                <a:off x="3505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/>
              <p:cNvSpPr>
                <a:spLocks noChangeAspect="1"/>
              </p:cNvSpPr>
              <p:nvPr/>
            </p:nvSpPr>
            <p:spPr>
              <a:xfrm>
                <a:off x="3733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 522"/>
              <p:cNvSpPr>
                <a:spLocks noChangeAspect="1"/>
              </p:cNvSpPr>
              <p:nvPr/>
            </p:nvSpPr>
            <p:spPr>
              <a:xfrm>
                <a:off x="3962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 523"/>
              <p:cNvSpPr>
                <a:spLocks noChangeAspect="1"/>
              </p:cNvSpPr>
              <p:nvPr/>
            </p:nvSpPr>
            <p:spPr>
              <a:xfrm>
                <a:off x="3733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 524"/>
              <p:cNvSpPr>
                <a:spLocks noChangeAspect="1"/>
              </p:cNvSpPr>
              <p:nvPr/>
            </p:nvSpPr>
            <p:spPr>
              <a:xfrm>
                <a:off x="3962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 525"/>
              <p:cNvSpPr>
                <a:spLocks noChangeAspect="1"/>
              </p:cNvSpPr>
              <p:nvPr/>
            </p:nvSpPr>
            <p:spPr>
              <a:xfrm>
                <a:off x="3276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Rectangle 526"/>
              <p:cNvSpPr>
                <a:spLocks noChangeAspect="1"/>
              </p:cNvSpPr>
              <p:nvPr/>
            </p:nvSpPr>
            <p:spPr>
              <a:xfrm>
                <a:off x="3505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Rectangle 527"/>
              <p:cNvSpPr>
                <a:spLocks noChangeAspect="1"/>
              </p:cNvSpPr>
              <p:nvPr/>
            </p:nvSpPr>
            <p:spPr>
              <a:xfrm>
                <a:off x="3276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528"/>
              <p:cNvSpPr>
                <a:spLocks noChangeAspect="1"/>
              </p:cNvSpPr>
              <p:nvPr/>
            </p:nvSpPr>
            <p:spPr>
              <a:xfrm>
                <a:off x="3505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0" name="Rectangle 529"/>
              <p:cNvSpPr>
                <a:spLocks noChangeAspect="1"/>
              </p:cNvSpPr>
              <p:nvPr/>
            </p:nvSpPr>
            <p:spPr>
              <a:xfrm>
                <a:off x="3733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1" name="Rectangle 530"/>
              <p:cNvSpPr>
                <a:spLocks noChangeAspect="1"/>
              </p:cNvSpPr>
              <p:nvPr/>
            </p:nvSpPr>
            <p:spPr>
              <a:xfrm>
                <a:off x="3962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2" name="Rectangle 531"/>
              <p:cNvSpPr>
                <a:spLocks noChangeAspect="1"/>
              </p:cNvSpPr>
              <p:nvPr/>
            </p:nvSpPr>
            <p:spPr>
              <a:xfrm>
                <a:off x="3733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/>
              <p:cNvSpPr>
                <a:spLocks noChangeAspect="1"/>
              </p:cNvSpPr>
              <p:nvPr/>
            </p:nvSpPr>
            <p:spPr>
              <a:xfrm>
                <a:off x="3962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/>
              <p:cNvSpPr>
                <a:spLocks noChangeAspect="1"/>
              </p:cNvSpPr>
              <p:nvPr/>
            </p:nvSpPr>
            <p:spPr>
              <a:xfrm>
                <a:off x="4191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/>
              <p:cNvSpPr>
                <a:spLocks noChangeAspect="1"/>
              </p:cNvSpPr>
              <p:nvPr/>
            </p:nvSpPr>
            <p:spPr>
              <a:xfrm>
                <a:off x="4419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Rectangle 535"/>
              <p:cNvSpPr>
                <a:spLocks noChangeAspect="1"/>
              </p:cNvSpPr>
              <p:nvPr/>
            </p:nvSpPr>
            <p:spPr>
              <a:xfrm>
                <a:off x="4191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/>
              <p:cNvSpPr>
                <a:spLocks noChangeAspect="1"/>
              </p:cNvSpPr>
              <p:nvPr/>
            </p:nvSpPr>
            <p:spPr>
              <a:xfrm>
                <a:off x="4419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/>
              <p:cNvSpPr>
                <a:spLocks noChangeAspect="1"/>
              </p:cNvSpPr>
              <p:nvPr/>
            </p:nvSpPr>
            <p:spPr>
              <a:xfrm>
                <a:off x="990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Rectangle 538"/>
              <p:cNvSpPr>
                <a:spLocks noChangeAspect="1"/>
              </p:cNvSpPr>
              <p:nvPr/>
            </p:nvSpPr>
            <p:spPr>
              <a:xfrm>
                <a:off x="12192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/>
              <p:cNvSpPr>
                <a:spLocks noChangeAspect="1"/>
              </p:cNvSpPr>
              <p:nvPr/>
            </p:nvSpPr>
            <p:spPr>
              <a:xfrm>
                <a:off x="990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1" name="Rectangle 540"/>
              <p:cNvSpPr>
                <a:spLocks noChangeAspect="1"/>
              </p:cNvSpPr>
              <p:nvPr/>
            </p:nvSpPr>
            <p:spPr>
              <a:xfrm>
                <a:off x="12192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/>
              <p:cNvSpPr>
                <a:spLocks noChangeAspect="1"/>
              </p:cNvSpPr>
              <p:nvPr/>
            </p:nvSpPr>
            <p:spPr>
              <a:xfrm>
                <a:off x="4191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/>
              <p:cNvSpPr>
                <a:spLocks noChangeAspect="1"/>
              </p:cNvSpPr>
              <p:nvPr/>
            </p:nvSpPr>
            <p:spPr>
              <a:xfrm>
                <a:off x="4419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/>
              <p:cNvSpPr>
                <a:spLocks noChangeAspect="1"/>
              </p:cNvSpPr>
              <p:nvPr/>
            </p:nvSpPr>
            <p:spPr>
              <a:xfrm>
                <a:off x="4191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 544"/>
              <p:cNvSpPr>
                <a:spLocks noChangeAspect="1"/>
              </p:cNvSpPr>
              <p:nvPr/>
            </p:nvSpPr>
            <p:spPr>
              <a:xfrm>
                <a:off x="4419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/>
              <p:cNvSpPr>
                <a:spLocks noChangeAspect="1"/>
              </p:cNvSpPr>
              <p:nvPr/>
            </p:nvSpPr>
            <p:spPr>
              <a:xfrm>
                <a:off x="990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/>
              <p:cNvSpPr>
                <a:spLocks noChangeAspect="1"/>
              </p:cNvSpPr>
              <p:nvPr/>
            </p:nvSpPr>
            <p:spPr>
              <a:xfrm>
                <a:off x="12192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/>
              <p:cNvSpPr>
                <a:spLocks noChangeAspect="1"/>
              </p:cNvSpPr>
              <p:nvPr/>
            </p:nvSpPr>
            <p:spPr>
              <a:xfrm>
                <a:off x="990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/>
              <p:cNvSpPr>
                <a:spLocks noChangeAspect="1"/>
              </p:cNvSpPr>
              <p:nvPr/>
            </p:nvSpPr>
            <p:spPr>
              <a:xfrm>
                <a:off x="12192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 549"/>
              <p:cNvSpPr>
                <a:spLocks noChangeAspect="1"/>
              </p:cNvSpPr>
              <p:nvPr/>
            </p:nvSpPr>
            <p:spPr>
              <a:xfrm>
                <a:off x="14478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/>
              <p:cNvSpPr>
                <a:spLocks noChangeAspect="1"/>
              </p:cNvSpPr>
              <p:nvPr/>
            </p:nvSpPr>
            <p:spPr>
              <a:xfrm>
                <a:off x="16764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/>
              <p:cNvSpPr>
                <a:spLocks noChangeAspect="1"/>
              </p:cNvSpPr>
              <p:nvPr/>
            </p:nvSpPr>
            <p:spPr>
              <a:xfrm>
                <a:off x="14478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/>
              <p:cNvSpPr>
                <a:spLocks noChangeAspect="1"/>
              </p:cNvSpPr>
              <p:nvPr/>
            </p:nvSpPr>
            <p:spPr>
              <a:xfrm>
                <a:off x="16764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/>
              <p:cNvSpPr>
                <a:spLocks noChangeAspect="1"/>
              </p:cNvSpPr>
              <p:nvPr/>
            </p:nvSpPr>
            <p:spPr>
              <a:xfrm>
                <a:off x="19050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5" name="Rectangle 554"/>
              <p:cNvSpPr>
                <a:spLocks noChangeAspect="1"/>
              </p:cNvSpPr>
              <p:nvPr/>
            </p:nvSpPr>
            <p:spPr>
              <a:xfrm>
                <a:off x="2133600" y="3429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/>
              <p:cNvSpPr>
                <a:spLocks noChangeAspect="1"/>
              </p:cNvSpPr>
              <p:nvPr/>
            </p:nvSpPr>
            <p:spPr>
              <a:xfrm>
                <a:off x="19050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Rectangle 556"/>
              <p:cNvSpPr>
                <a:spLocks noChangeAspect="1"/>
              </p:cNvSpPr>
              <p:nvPr/>
            </p:nvSpPr>
            <p:spPr>
              <a:xfrm>
                <a:off x="2133600" y="3657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Rectangle 557"/>
              <p:cNvSpPr>
                <a:spLocks noChangeAspect="1"/>
              </p:cNvSpPr>
              <p:nvPr/>
            </p:nvSpPr>
            <p:spPr>
              <a:xfrm>
                <a:off x="14478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Rectangle 558"/>
              <p:cNvSpPr>
                <a:spLocks noChangeAspect="1"/>
              </p:cNvSpPr>
              <p:nvPr/>
            </p:nvSpPr>
            <p:spPr>
              <a:xfrm>
                <a:off x="16764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Rectangle 559"/>
              <p:cNvSpPr>
                <a:spLocks noChangeAspect="1"/>
              </p:cNvSpPr>
              <p:nvPr/>
            </p:nvSpPr>
            <p:spPr>
              <a:xfrm>
                <a:off x="14478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Rectangle 560"/>
              <p:cNvSpPr>
                <a:spLocks noChangeAspect="1"/>
              </p:cNvSpPr>
              <p:nvPr/>
            </p:nvSpPr>
            <p:spPr>
              <a:xfrm>
                <a:off x="16764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2" name="Rectangle 561"/>
              <p:cNvSpPr>
                <a:spLocks noChangeAspect="1"/>
              </p:cNvSpPr>
              <p:nvPr/>
            </p:nvSpPr>
            <p:spPr>
              <a:xfrm>
                <a:off x="19050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3" name="Rectangle 562"/>
              <p:cNvSpPr>
                <a:spLocks noChangeAspect="1"/>
              </p:cNvSpPr>
              <p:nvPr/>
            </p:nvSpPr>
            <p:spPr>
              <a:xfrm>
                <a:off x="2133600" y="3886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 563"/>
              <p:cNvSpPr>
                <a:spLocks noChangeAspect="1"/>
              </p:cNvSpPr>
              <p:nvPr/>
            </p:nvSpPr>
            <p:spPr>
              <a:xfrm>
                <a:off x="19050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Rectangle 564"/>
              <p:cNvSpPr>
                <a:spLocks noChangeAspect="1"/>
              </p:cNvSpPr>
              <p:nvPr/>
            </p:nvSpPr>
            <p:spPr>
              <a:xfrm>
                <a:off x="2133600" y="41148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Rectangle 565"/>
              <p:cNvSpPr>
                <a:spLocks noChangeAspect="1"/>
              </p:cNvSpPr>
              <p:nvPr/>
            </p:nvSpPr>
            <p:spPr>
              <a:xfrm>
                <a:off x="4191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7" name="Rectangle 566"/>
              <p:cNvSpPr>
                <a:spLocks noChangeAspect="1"/>
              </p:cNvSpPr>
              <p:nvPr/>
            </p:nvSpPr>
            <p:spPr>
              <a:xfrm>
                <a:off x="4419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8" name="Rectangle 567"/>
              <p:cNvSpPr>
                <a:spLocks noChangeAspect="1"/>
              </p:cNvSpPr>
              <p:nvPr/>
            </p:nvSpPr>
            <p:spPr>
              <a:xfrm>
                <a:off x="4191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Rectangle 568"/>
              <p:cNvSpPr>
                <a:spLocks noChangeAspect="1"/>
              </p:cNvSpPr>
              <p:nvPr/>
            </p:nvSpPr>
            <p:spPr>
              <a:xfrm>
                <a:off x="4419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 569"/>
              <p:cNvSpPr>
                <a:spLocks noChangeAspect="1"/>
              </p:cNvSpPr>
              <p:nvPr/>
            </p:nvSpPr>
            <p:spPr>
              <a:xfrm>
                <a:off x="990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 570"/>
              <p:cNvSpPr>
                <a:spLocks noChangeAspect="1"/>
              </p:cNvSpPr>
              <p:nvPr/>
            </p:nvSpPr>
            <p:spPr>
              <a:xfrm>
                <a:off x="12192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 571"/>
              <p:cNvSpPr>
                <a:spLocks noChangeAspect="1"/>
              </p:cNvSpPr>
              <p:nvPr/>
            </p:nvSpPr>
            <p:spPr>
              <a:xfrm>
                <a:off x="990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 572"/>
              <p:cNvSpPr>
                <a:spLocks noChangeAspect="1"/>
              </p:cNvSpPr>
              <p:nvPr/>
            </p:nvSpPr>
            <p:spPr>
              <a:xfrm>
                <a:off x="12192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 573"/>
              <p:cNvSpPr>
                <a:spLocks noChangeAspect="1"/>
              </p:cNvSpPr>
              <p:nvPr/>
            </p:nvSpPr>
            <p:spPr>
              <a:xfrm>
                <a:off x="4191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 574"/>
              <p:cNvSpPr>
                <a:spLocks noChangeAspect="1"/>
              </p:cNvSpPr>
              <p:nvPr/>
            </p:nvSpPr>
            <p:spPr>
              <a:xfrm>
                <a:off x="4419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6" name="Rectangle 575"/>
              <p:cNvSpPr>
                <a:spLocks noChangeAspect="1"/>
              </p:cNvSpPr>
              <p:nvPr/>
            </p:nvSpPr>
            <p:spPr>
              <a:xfrm>
                <a:off x="4191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7" name="Rectangle 576"/>
              <p:cNvSpPr>
                <a:spLocks noChangeAspect="1"/>
              </p:cNvSpPr>
              <p:nvPr/>
            </p:nvSpPr>
            <p:spPr>
              <a:xfrm>
                <a:off x="4419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8" name="Rectangle 577"/>
              <p:cNvSpPr>
                <a:spLocks noChangeAspect="1"/>
              </p:cNvSpPr>
              <p:nvPr/>
            </p:nvSpPr>
            <p:spPr>
              <a:xfrm>
                <a:off x="990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9" name="Rectangle 578"/>
              <p:cNvSpPr>
                <a:spLocks noChangeAspect="1"/>
              </p:cNvSpPr>
              <p:nvPr/>
            </p:nvSpPr>
            <p:spPr>
              <a:xfrm>
                <a:off x="12192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0" name="Rectangle 579"/>
              <p:cNvSpPr>
                <a:spLocks noChangeAspect="1"/>
              </p:cNvSpPr>
              <p:nvPr/>
            </p:nvSpPr>
            <p:spPr>
              <a:xfrm>
                <a:off x="990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Rectangle 580"/>
              <p:cNvSpPr>
                <a:spLocks noChangeAspect="1"/>
              </p:cNvSpPr>
              <p:nvPr/>
            </p:nvSpPr>
            <p:spPr>
              <a:xfrm>
                <a:off x="12192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Rectangle 581"/>
              <p:cNvSpPr>
                <a:spLocks noChangeAspect="1"/>
              </p:cNvSpPr>
              <p:nvPr/>
            </p:nvSpPr>
            <p:spPr>
              <a:xfrm>
                <a:off x="14478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Rectangle 582"/>
              <p:cNvSpPr>
                <a:spLocks noChangeAspect="1"/>
              </p:cNvSpPr>
              <p:nvPr/>
            </p:nvSpPr>
            <p:spPr>
              <a:xfrm>
                <a:off x="16764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Rectangle 583"/>
              <p:cNvSpPr>
                <a:spLocks noChangeAspect="1"/>
              </p:cNvSpPr>
              <p:nvPr/>
            </p:nvSpPr>
            <p:spPr>
              <a:xfrm>
                <a:off x="14478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5" name="Rectangle 584"/>
              <p:cNvSpPr>
                <a:spLocks noChangeAspect="1"/>
              </p:cNvSpPr>
              <p:nvPr/>
            </p:nvSpPr>
            <p:spPr>
              <a:xfrm>
                <a:off x="16764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6" name="Rectangle 585"/>
              <p:cNvSpPr>
                <a:spLocks noChangeAspect="1"/>
              </p:cNvSpPr>
              <p:nvPr/>
            </p:nvSpPr>
            <p:spPr>
              <a:xfrm>
                <a:off x="19050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7" name="Rectangle 586"/>
              <p:cNvSpPr>
                <a:spLocks noChangeAspect="1"/>
              </p:cNvSpPr>
              <p:nvPr/>
            </p:nvSpPr>
            <p:spPr>
              <a:xfrm>
                <a:off x="2133600" y="43434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8" name="Rectangle 587"/>
              <p:cNvSpPr>
                <a:spLocks noChangeAspect="1"/>
              </p:cNvSpPr>
              <p:nvPr/>
            </p:nvSpPr>
            <p:spPr>
              <a:xfrm>
                <a:off x="19050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9" name="Rectangle 588"/>
              <p:cNvSpPr>
                <a:spLocks noChangeAspect="1"/>
              </p:cNvSpPr>
              <p:nvPr/>
            </p:nvSpPr>
            <p:spPr>
              <a:xfrm>
                <a:off x="2133600" y="45720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/>
              <p:cNvSpPr>
                <a:spLocks noChangeAspect="1"/>
              </p:cNvSpPr>
              <p:nvPr/>
            </p:nvSpPr>
            <p:spPr>
              <a:xfrm>
                <a:off x="14478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/>
              <p:cNvSpPr>
                <a:spLocks noChangeAspect="1"/>
              </p:cNvSpPr>
              <p:nvPr/>
            </p:nvSpPr>
            <p:spPr>
              <a:xfrm>
                <a:off x="16764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/>
              <p:cNvSpPr>
                <a:spLocks noChangeAspect="1"/>
              </p:cNvSpPr>
              <p:nvPr/>
            </p:nvSpPr>
            <p:spPr>
              <a:xfrm>
                <a:off x="14478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/>
              <p:cNvSpPr>
                <a:spLocks noChangeAspect="1"/>
              </p:cNvSpPr>
              <p:nvPr/>
            </p:nvSpPr>
            <p:spPr>
              <a:xfrm>
                <a:off x="16764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/>
              <p:cNvSpPr>
                <a:spLocks noChangeAspect="1"/>
              </p:cNvSpPr>
              <p:nvPr/>
            </p:nvSpPr>
            <p:spPr>
              <a:xfrm>
                <a:off x="19050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/>
              <p:cNvSpPr>
                <a:spLocks noChangeAspect="1"/>
              </p:cNvSpPr>
              <p:nvPr/>
            </p:nvSpPr>
            <p:spPr>
              <a:xfrm>
                <a:off x="2133600" y="48006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/>
              <p:cNvSpPr>
                <a:spLocks noChangeAspect="1"/>
              </p:cNvSpPr>
              <p:nvPr/>
            </p:nvSpPr>
            <p:spPr>
              <a:xfrm>
                <a:off x="19050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/>
              <p:cNvSpPr>
                <a:spLocks noChangeAspect="1"/>
              </p:cNvSpPr>
              <p:nvPr/>
            </p:nvSpPr>
            <p:spPr>
              <a:xfrm>
                <a:off x="2133600" y="5029200"/>
                <a:ext cx="9144" cy="9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10" name="Straight Connector 309"/>
            <p:cNvCxnSpPr>
              <a:cxnSpLocks/>
            </p:cNvCxnSpPr>
            <p:nvPr/>
          </p:nvCxnSpPr>
          <p:spPr>
            <a:xfrm flipH="1">
              <a:off x="2357628" y="1962007"/>
              <a:ext cx="4424172" cy="2962656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Left Brace 310"/>
            <p:cNvSpPr/>
            <p:nvPr/>
          </p:nvSpPr>
          <p:spPr>
            <a:xfrm rot="3430242">
              <a:off x="5710203" y="2022620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Left Brace 311"/>
            <p:cNvSpPr/>
            <p:nvPr/>
          </p:nvSpPr>
          <p:spPr>
            <a:xfrm rot="3430242">
              <a:off x="5024403" y="2469371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Left Brace 312"/>
            <p:cNvSpPr/>
            <p:nvPr/>
          </p:nvSpPr>
          <p:spPr>
            <a:xfrm rot="3430242">
              <a:off x="3651524" y="3382577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Left Brace 313"/>
            <p:cNvSpPr/>
            <p:nvPr/>
          </p:nvSpPr>
          <p:spPr>
            <a:xfrm rot="3430242">
              <a:off x="2954504" y="3839777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/>
            <p:cNvSpPr/>
            <p:nvPr/>
          </p:nvSpPr>
          <p:spPr>
            <a:xfrm>
              <a:off x="6200025" y="227144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5521514" y="27213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/>
            <p:cNvSpPr/>
            <p:nvPr/>
          </p:nvSpPr>
          <p:spPr>
            <a:xfrm>
              <a:off x="4843665" y="31785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/>
            <p:cNvSpPr/>
            <p:nvPr/>
          </p:nvSpPr>
          <p:spPr>
            <a:xfrm>
              <a:off x="4157865" y="363906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/>
            <p:cNvSpPr/>
            <p:nvPr/>
          </p:nvSpPr>
          <p:spPr>
            <a:xfrm>
              <a:off x="3469417" y="409229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/>
            <p:cNvSpPr/>
            <p:nvPr/>
          </p:nvSpPr>
          <p:spPr>
            <a:xfrm>
              <a:off x="2791568" y="455015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Left Brace 320"/>
            <p:cNvSpPr/>
            <p:nvPr/>
          </p:nvSpPr>
          <p:spPr>
            <a:xfrm rot="3430242">
              <a:off x="4338456" y="2925399"/>
              <a:ext cx="255563" cy="796175"/>
            </a:xfrm>
            <a:prstGeom prst="leftBrac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/>
            <p:cNvSpPr txBox="1"/>
            <p:nvPr/>
          </p:nvSpPr>
          <p:spPr>
            <a:xfrm>
              <a:off x="2784042" y="4527604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0</a:t>
              </a:r>
              <a:endParaRPr lang="en-US" sz="1400" b="1" baseline="-25000" dirty="0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3461891" y="406245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1</a:t>
              </a:r>
              <a:endParaRPr lang="en-US" sz="1400" b="1" baseline="-25000" dirty="0"/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4152332" y="3614868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2</a:t>
              </a:r>
              <a:endParaRPr lang="en-US" sz="1400" b="1" baseline="-25000" dirty="0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4860654" y="3138438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3</a:t>
              </a:r>
              <a:endParaRPr lang="en-US" sz="1400" b="1" baseline="-25000" dirty="0"/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5538503" y="2673287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4</a:t>
              </a:r>
              <a:endParaRPr lang="en-US" sz="1400" b="1" baseline="-25000" dirty="0"/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6228944" y="2217751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r>
                <a:rPr lang="en-US" sz="1400" b="1" baseline="-25000" dirty="0" smtClean="0"/>
                <a:t>5</a:t>
              </a:r>
              <a:endParaRPr lang="en-US" sz="1400" b="1" baseline="-25000" dirty="0"/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2803498" y="3830876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0</a:t>
              </a:r>
              <a:endParaRPr lang="en-US" sz="1400" b="1" baseline="-25000" dirty="0"/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3481347" y="3397529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1</a:t>
              </a:r>
              <a:endParaRPr lang="en-US" sz="1400" b="1" baseline="-25000" dirty="0"/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4171788" y="2934042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2</a:t>
              </a:r>
              <a:endParaRPr lang="en-US" sz="1400" b="1" baseline="-25000" dirty="0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4880110" y="2465563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3</a:t>
              </a:r>
              <a:endParaRPr lang="en-US" sz="1400" b="1" baseline="-25000" dirty="0"/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5557959" y="2016314"/>
              <a:ext cx="316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s</a:t>
              </a:r>
              <a:r>
                <a:rPr lang="en-US" sz="1400" b="1" baseline="-25000" dirty="0" smtClean="0"/>
                <a:t>4</a:t>
              </a:r>
              <a:endParaRPr lang="en-US" sz="1400" b="1" baseline="-25000" dirty="0"/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6757947" y="1684351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s</a:t>
              </a:r>
              <a:endParaRPr lang="en-US" sz="1400" b="1" i="1" baseline="-25000" dirty="0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6492902" y="3284551"/>
              <a:ext cx="322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h</a:t>
              </a:r>
              <a:endParaRPr lang="en-US" sz="1400" b="1" i="1" baseline="-25000" dirty="0"/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4391106" y="1030355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err="1" smtClean="0"/>
                <a:t>L</a:t>
              </a:r>
              <a:r>
                <a:rPr lang="en-US" sz="1400" b="1" i="1" baseline="-25000" dirty="0" err="1" smtClean="0"/>
                <a:t>v</a:t>
              </a:r>
              <a:endParaRPr lang="en-US" sz="1400" b="1" i="1" baseline="-25000" dirty="0"/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4481601" y="3365725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o</a:t>
              </a:r>
              <a:endParaRPr lang="en-US" sz="1400" b="1" baseline="-25000" dirty="0"/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5522601" y="4048215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p</a:t>
              </a:r>
              <a:endParaRPr lang="en-US" sz="1400" b="1" baseline="-25000" dirty="0"/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5522845" y="3365725"/>
              <a:ext cx="258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c</a:t>
              </a:r>
              <a:endParaRPr lang="en-US" sz="1400" b="1" baseline="-25000" dirty="0"/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4471947" y="4087970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 smtClean="0"/>
                <a:t>d</a:t>
              </a:r>
              <a:endParaRPr lang="en-US" sz="1400" b="1" baseline="-25000" dirty="0"/>
            </a:p>
          </p:txBody>
        </p:sp>
        <p:sp>
          <p:nvSpPr>
            <p:cNvPr id="340" name="Oval 339"/>
            <p:cNvSpPr/>
            <p:nvPr/>
          </p:nvSpPr>
          <p:spPr>
            <a:xfrm>
              <a:off x="5523507" y="4082996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ight Triangle 340"/>
            <p:cNvSpPr/>
            <p:nvPr/>
          </p:nvSpPr>
          <p:spPr>
            <a:xfrm flipH="1">
              <a:off x="3505200" y="2760452"/>
              <a:ext cx="2069854" cy="1378201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08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37</Words>
  <Application>Microsoft Office PowerPoint</Application>
  <PresentationFormat>Custom</PresentationFormat>
  <Paragraphs>37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shaikat</dc:creator>
  <cp:lastModifiedBy>shaikat</cp:lastModifiedBy>
  <cp:revision>4</cp:revision>
  <cp:lastPrinted>2012-07-02T20:49:16Z</cp:lastPrinted>
  <dcterms:created xsi:type="dcterms:W3CDTF">2012-07-02T20:13:55Z</dcterms:created>
  <dcterms:modified xsi:type="dcterms:W3CDTF">2012-07-03T09:15:33Z</dcterms:modified>
</cp:coreProperties>
</file>